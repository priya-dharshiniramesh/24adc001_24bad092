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7"/>
  </p:notesMasterIdLst>
  <p:handoutMasterIdLst>
    <p:handoutMasterId r:id="rId28"/>
  </p:handoutMasterIdLst>
  <p:sldIdLst>
    <p:sldId id="314" r:id="rId5"/>
    <p:sldId id="315" r:id="rId6"/>
    <p:sldId id="317" r:id="rId7"/>
    <p:sldId id="316" r:id="rId8"/>
    <p:sldId id="318" r:id="rId9"/>
    <p:sldId id="319" r:id="rId10"/>
    <p:sldId id="320" r:id="rId11"/>
    <p:sldId id="324" r:id="rId12"/>
    <p:sldId id="321" r:id="rId13"/>
    <p:sldId id="323" r:id="rId14"/>
    <p:sldId id="325" r:id="rId15"/>
    <p:sldId id="326" r:id="rId16"/>
    <p:sldId id="327" r:id="rId17"/>
    <p:sldId id="329" r:id="rId18"/>
    <p:sldId id="328" r:id="rId19"/>
    <p:sldId id="330" r:id="rId20"/>
    <p:sldId id="331" r:id="rId21"/>
    <p:sldId id="332" r:id="rId22"/>
    <p:sldId id="333" r:id="rId23"/>
    <p:sldId id="334" r:id="rId24"/>
    <p:sldId id="335" r:id="rId25"/>
    <p:sldId id="32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E14361-1061-4435-B810-CED1D25CD2BE}" v="190" dt="2026-08-27T09:14:51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39" autoAdjust="0"/>
    <p:restoredTop sz="95388" autoAdjust="0"/>
  </p:normalViewPr>
  <p:slideViewPr>
    <p:cSldViewPr snapToGrid="0">
      <p:cViewPr varScale="1">
        <p:scale>
          <a:sx n="63" d="100"/>
          <a:sy n="63" d="100"/>
        </p:scale>
        <p:origin x="1032" y="56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 Dharshini R 24BAD092" userId="13037c0b-b15b-4cd0-8a6e-159e82437bdc" providerId="ADAL" clId="{CAA1D905-A25D-470E-AD02-243A6EE8E8A2}"/>
    <pc:docChg chg="undo redo custSel addSld delSld modSld sldOrd">
      <pc:chgData name="Priya Dharshini R 24BAD092" userId="13037c0b-b15b-4cd0-8a6e-159e82437bdc" providerId="ADAL" clId="{CAA1D905-A25D-470E-AD02-243A6EE8E8A2}" dt="2026-08-27T09:38:12.448" v="1589" actId="478"/>
      <pc:docMkLst>
        <pc:docMk/>
      </pc:docMkLst>
      <pc:sldChg chg="delSp del modTransition modAnim">
        <pc:chgData name="Priya Dharshini R 24BAD092" userId="13037c0b-b15b-4cd0-8a6e-159e82437bdc" providerId="ADAL" clId="{CAA1D905-A25D-470E-AD02-243A6EE8E8A2}" dt="2026-08-26T17:54:03.928" v="683" actId="47"/>
        <pc:sldMkLst>
          <pc:docMk/>
          <pc:sldMk cId="769932640" sldId="309"/>
        </pc:sldMkLst>
        <pc:picChg chg="del">
          <ac:chgData name="Priya Dharshini R 24BAD092" userId="13037c0b-b15b-4cd0-8a6e-159e82437bdc" providerId="ADAL" clId="{CAA1D905-A25D-470E-AD02-243A6EE8E8A2}" dt="2026-08-26T17:31:09.995" v="481"/>
          <ac:picMkLst>
            <pc:docMk/>
            <pc:sldMk cId="769932640" sldId="309"/>
            <ac:picMk id="4" creationId="{43A8B3EF-3CDE-EDC9-4FBC-27BCABC5FB79}"/>
          </ac:picMkLst>
        </pc:picChg>
      </pc:sldChg>
      <pc:sldChg chg="addSp delSp modSp mod ord modTransition delAnim modAnim">
        <pc:chgData name="Priya Dharshini R 24BAD092" userId="13037c0b-b15b-4cd0-8a6e-159e82437bdc" providerId="ADAL" clId="{CAA1D905-A25D-470E-AD02-243A6EE8E8A2}" dt="2026-08-27T09:14:51.532" v="1569"/>
        <pc:sldMkLst>
          <pc:docMk/>
          <pc:sldMk cId="2945390068" sldId="314"/>
        </pc:sldMkLst>
        <pc:spChg chg="mod">
          <ac:chgData name="Priya Dharshini R 24BAD092" userId="13037c0b-b15b-4cd0-8a6e-159e82437bdc" providerId="ADAL" clId="{CAA1D905-A25D-470E-AD02-243A6EE8E8A2}" dt="2026-08-26T17:33:45.847" v="549" actId="14100"/>
          <ac:spMkLst>
            <pc:docMk/>
            <pc:sldMk cId="2945390068" sldId="314"/>
            <ac:spMk id="2" creationId="{35440D96-BFFB-05BD-30ED-0352500CD058}"/>
          </ac:spMkLst>
        </pc:spChg>
        <pc:spChg chg="mod">
          <ac:chgData name="Priya Dharshini R 24BAD092" userId="13037c0b-b15b-4cd0-8a6e-159e82437bdc" providerId="ADAL" clId="{CAA1D905-A25D-470E-AD02-243A6EE8E8A2}" dt="2026-08-27T05:30:19.018" v="910" actId="1076"/>
          <ac:spMkLst>
            <pc:docMk/>
            <pc:sldMk cId="2945390068" sldId="314"/>
            <ac:spMk id="3" creationId="{0EE236A1-446A-3D0E-A9B8-6BC4FAE0A270}"/>
          </ac:spMkLst>
        </pc:spChg>
        <pc:spChg chg="add mod">
          <ac:chgData name="Priya Dharshini R 24BAD092" userId="13037c0b-b15b-4cd0-8a6e-159e82437bdc" providerId="ADAL" clId="{CAA1D905-A25D-470E-AD02-243A6EE8E8A2}" dt="2026-08-27T07:45:44.299" v="1435" actId="1076"/>
          <ac:spMkLst>
            <pc:docMk/>
            <pc:sldMk cId="2945390068" sldId="314"/>
            <ac:spMk id="5" creationId="{24558793-0067-97C7-D410-0D761A9CF2C1}"/>
          </ac:spMkLst>
        </pc:spChg>
        <pc:picChg chg="add del mod">
          <ac:chgData name="Priya Dharshini R 24BAD092" userId="13037c0b-b15b-4cd0-8a6e-159e82437bdc" providerId="ADAL" clId="{CAA1D905-A25D-470E-AD02-243A6EE8E8A2}" dt="2026-08-26T17:31:01.778" v="480" actId="478"/>
          <ac:picMkLst>
            <pc:docMk/>
            <pc:sldMk cId="2945390068" sldId="314"/>
            <ac:picMk id="6" creationId="{26289253-8D86-FA7F-6AC8-D225B4707662}"/>
          </ac:picMkLst>
        </pc:picChg>
        <pc:picChg chg="add del mod">
          <ac:chgData name="Priya Dharshini R 24BAD092" userId="13037c0b-b15b-4cd0-8a6e-159e82437bdc" providerId="ADAL" clId="{CAA1D905-A25D-470E-AD02-243A6EE8E8A2}" dt="2026-08-27T09:07:22.304" v="1560"/>
          <ac:picMkLst>
            <pc:docMk/>
            <pc:sldMk cId="2945390068" sldId="314"/>
            <ac:picMk id="7" creationId="{E2E757A1-3704-0977-29FA-9A7AED76E66A}"/>
          </ac:picMkLst>
        </pc:picChg>
        <pc:picChg chg="add del mod">
          <ac:chgData name="Priya Dharshini R 24BAD092" userId="13037c0b-b15b-4cd0-8a6e-159e82437bdc" providerId="ADAL" clId="{CAA1D905-A25D-470E-AD02-243A6EE8E8A2}" dt="2026-08-27T08:23:38.122" v="1443" actId="478"/>
          <ac:picMkLst>
            <pc:docMk/>
            <pc:sldMk cId="2945390068" sldId="314"/>
            <ac:picMk id="7" creationId="{EC86462E-0ECD-73CF-16E4-881CE8D01EF7}"/>
          </ac:picMkLst>
        </pc:picChg>
        <pc:picChg chg="add del mod">
          <ac:chgData name="Priya Dharshini R 24BAD092" userId="13037c0b-b15b-4cd0-8a6e-159e82437bdc" providerId="ADAL" clId="{CAA1D905-A25D-470E-AD02-243A6EE8E8A2}" dt="2026-08-27T09:00:23.387" v="1548"/>
          <ac:picMkLst>
            <pc:docMk/>
            <pc:sldMk cId="2945390068" sldId="314"/>
            <ac:picMk id="7" creationId="{F277D3D0-460B-4AB7-335C-3C1AE07B8C43}"/>
          </ac:picMkLst>
        </pc:picChg>
        <pc:picChg chg="add del mod">
          <ac:chgData name="Priya Dharshini R 24BAD092" userId="13037c0b-b15b-4cd0-8a6e-159e82437bdc" providerId="ADAL" clId="{CAA1D905-A25D-470E-AD02-243A6EE8E8A2}" dt="2026-08-27T09:02:53.420" v="1552"/>
          <ac:picMkLst>
            <pc:docMk/>
            <pc:sldMk cId="2945390068" sldId="314"/>
            <ac:picMk id="8" creationId="{6830C27B-0FC3-3266-FCFE-C656BF607B04}"/>
          </ac:picMkLst>
        </pc:picChg>
        <pc:picChg chg="add del mod">
          <ac:chgData name="Priya Dharshini R 24BAD092" userId="13037c0b-b15b-4cd0-8a6e-159e82437bdc" providerId="ADAL" clId="{CAA1D905-A25D-470E-AD02-243A6EE8E8A2}" dt="2026-08-27T08:47:04.878" v="1517"/>
          <ac:picMkLst>
            <pc:docMk/>
            <pc:sldMk cId="2945390068" sldId="314"/>
            <ac:picMk id="10" creationId="{8C1F1F38-DDBF-75A1-DE80-2AA1E52D48DF}"/>
          </ac:picMkLst>
        </pc:picChg>
        <pc:picChg chg="add del mod ord">
          <ac:chgData name="Priya Dharshini R 24BAD092" userId="13037c0b-b15b-4cd0-8a6e-159e82437bdc" providerId="ADAL" clId="{CAA1D905-A25D-470E-AD02-243A6EE8E8A2}" dt="2026-08-27T09:03:01.873" v="1553"/>
          <ac:picMkLst>
            <pc:docMk/>
            <pc:sldMk cId="2945390068" sldId="314"/>
            <ac:picMk id="10" creationId="{C5E93BA1-2C61-9679-991E-3BB23764F936}"/>
          </ac:picMkLst>
        </pc:picChg>
        <pc:picChg chg="add del mod">
          <ac:chgData name="Priya Dharshini R 24BAD092" userId="13037c0b-b15b-4cd0-8a6e-159e82437bdc" providerId="ADAL" clId="{CAA1D905-A25D-470E-AD02-243A6EE8E8A2}" dt="2026-08-27T09:03:12.188" v="1554" actId="478"/>
          <ac:picMkLst>
            <pc:docMk/>
            <pc:sldMk cId="2945390068" sldId="314"/>
            <ac:picMk id="11" creationId="{37DA408D-140F-36D7-5152-CFC54A1C606C}"/>
          </ac:picMkLst>
        </pc:picChg>
        <pc:picChg chg="add del mod ord">
          <ac:chgData name="Priya Dharshini R 24BAD092" userId="13037c0b-b15b-4cd0-8a6e-159e82437bdc" providerId="ADAL" clId="{CAA1D905-A25D-470E-AD02-243A6EE8E8A2}" dt="2026-08-27T09:07:37.865" v="1561"/>
          <ac:picMkLst>
            <pc:docMk/>
            <pc:sldMk cId="2945390068" sldId="314"/>
            <ac:picMk id="11" creationId="{688BC773-E96A-AD5C-02C3-C1ECF10CE9A8}"/>
          </ac:picMkLst>
        </pc:picChg>
        <pc:picChg chg="add del mod">
          <ac:chgData name="Priya Dharshini R 24BAD092" userId="13037c0b-b15b-4cd0-8a6e-159e82437bdc" providerId="ADAL" clId="{CAA1D905-A25D-470E-AD02-243A6EE8E8A2}" dt="2026-08-27T08:49:20.174" v="1519" actId="478"/>
          <ac:picMkLst>
            <pc:docMk/>
            <pc:sldMk cId="2945390068" sldId="314"/>
            <ac:picMk id="11" creationId="{F1B02FCA-5AF4-925F-AE77-4FBCAF838D42}"/>
          </ac:picMkLst>
        </pc:picChg>
        <pc:picChg chg="add del mod">
          <ac:chgData name="Priya Dharshini R 24BAD092" userId="13037c0b-b15b-4cd0-8a6e-159e82437bdc" providerId="ADAL" clId="{CAA1D905-A25D-470E-AD02-243A6EE8E8A2}" dt="2026-08-27T09:07:58.351" v="1562"/>
          <ac:picMkLst>
            <pc:docMk/>
            <pc:sldMk cId="2945390068" sldId="314"/>
            <ac:picMk id="12" creationId="{0BDE3798-8A2A-6735-71E1-F242292B23C7}"/>
          </ac:picMkLst>
        </pc:picChg>
        <pc:picChg chg="add del mod">
          <ac:chgData name="Priya Dharshini R 24BAD092" userId="13037c0b-b15b-4cd0-8a6e-159e82437bdc" providerId="ADAL" clId="{CAA1D905-A25D-470E-AD02-243A6EE8E8A2}" dt="2026-08-27T08:50:53.975" v="1529" actId="478"/>
          <ac:picMkLst>
            <pc:docMk/>
            <pc:sldMk cId="2945390068" sldId="314"/>
            <ac:picMk id="14" creationId="{E3E36002-AF29-7759-7972-5D077A96932C}"/>
          </ac:picMkLst>
        </pc:picChg>
        <pc:picChg chg="add del mod">
          <ac:chgData name="Priya Dharshini R 24BAD092" userId="13037c0b-b15b-4cd0-8a6e-159e82437bdc" providerId="ADAL" clId="{CAA1D905-A25D-470E-AD02-243A6EE8E8A2}" dt="2026-08-27T08:51:29.020" v="1541"/>
          <ac:picMkLst>
            <pc:docMk/>
            <pc:sldMk cId="2945390068" sldId="314"/>
            <ac:picMk id="17" creationId="{9B5F884C-C4E7-15BF-114B-3D0CF9900485}"/>
          </ac:picMkLst>
        </pc:picChg>
        <pc:picChg chg="add del mod">
          <ac:chgData name="Priya Dharshini R 24BAD092" userId="13037c0b-b15b-4cd0-8a6e-159e82437bdc" providerId="ADAL" clId="{CAA1D905-A25D-470E-AD02-243A6EE8E8A2}" dt="2026-08-27T09:05:01.454" v="1557"/>
          <ac:picMkLst>
            <pc:docMk/>
            <pc:sldMk cId="2945390068" sldId="314"/>
            <ac:picMk id="17" creationId="{EFB782A9-3176-7183-8156-EAC073E43A6C}"/>
          </ac:picMkLst>
        </pc:picChg>
        <pc:picChg chg="add del mod">
          <ac:chgData name="Priya Dharshini R 24BAD092" userId="13037c0b-b15b-4cd0-8a6e-159e82437bdc" providerId="ADAL" clId="{CAA1D905-A25D-470E-AD02-243A6EE8E8A2}" dt="2026-08-27T09:11:15.497" v="1566"/>
          <ac:picMkLst>
            <pc:docMk/>
            <pc:sldMk cId="2945390068" sldId="314"/>
            <ac:picMk id="18" creationId="{4020A0B2-50DB-EE1A-511A-19F52CDDB86B}"/>
          </ac:picMkLst>
        </pc:picChg>
        <pc:picChg chg="add del mod ord">
          <ac:chgData name="Priya Dharshini R 24BAD092" userId="13037c0b-b15b-4cd0-8a6e-159e82437bdc" providerId="ADAL" clId="{CAA1D905-A25D-470E-AD02-243A6EE8E8A2}" dt="2026-08-27T09:11:23.725" v="1567"/>
          <ac:picMkLst>
            <pc:docMk/>
            <pc:sldMk cId="2945390068" sldId="314"/>
            <ac:picMk id="21" creationId="{0D6375BB-03D5-BF87-3071-1121780FB221}"/>
          </ac:picMkLst>
        </pc:picChg>
        <pc:picChg chg="add del mod">
          <ac:chgData name="Priya Dharshini R 24BAD092" userId="13037c0b-b15b-4cd0-8a6e-159e82437bdc" providerId="ADAL" clId="{CAA1D905-A25D-470E-AD02-243A6EE8E8A2}" dt="2026-08-27T08:24:54.157" v="1446"/>
          <ac:picMkLst>
            <pc:docMk/>
            <pc:sldMk cId="2945390068" sldId="314"/>
            <ac:picMk id="21" creationId="{AC2844E2-0B7E-0C14-B869-5A3690EDF928}"/>
          </ac:picMkLst>
        </pc:picChg>
        <pc:picChg chg="add del mod">
          <ac:chgData name="Priya Dharshini R 24BAD092" userId="13037c0b-b15b-4cd0-8a6e-159e82437bdc" providerId="ADAL" clId="{CAA1D905-A25D-470E-AD02-243A6EE8E8A2}" dt="2026-08-27T08:51:45.230" v="1544"/>
          <ac:picMkLst>
            <pc:docMk/>
            <pc:sldMk cId="2945390068" sldId="314"/>
            <ac:picMk id="21" creationId="{F0C6139B-2079-FB99-AC5F-555D34F3A7F1}"/>
          </ac:picMkLst>
        </pc:picChg>
        <pc:picChg chg="add del mod">
          <ac:chgData name="Priya Dharshini R 24BAD092" userId="13037c0b-b15b-4cd0-8a6e-159e82437bdc" providerId="ADAL" clId="{CAA1D905-A25D-470E-AD02-243A6EE8E8A2}" dt="2026-08-27T09:14:44.222" v="1568" actId="478"/>
          <ac:picMkLst>
            <pc:docMk/>
            <pc:sldMk cId="2945390068" sldId="314"/>
            <ac:picMk id="22" creationId="{91EBC755-A0AC-A1E8-7067-8966C8BA142D}"/>
          </ac:picMkLst>
        </pc:picChg>
        <pc:picChg chg="add del mod">
          <ac:chgData name="Priya Dharshini R 24BAD092" userId="13037c0b-b15b-4cd0-8a6e-159e82437bdc" providerId="ADAL" clId="{CAA1D905-A25D-470E-AD02-243A6EE8E8A2}" dt="2026-08-27T08:26:57.573" v="1447"/>
          <ac:picMkLst>
            <pc:docMk/>
            <pc:sldMk cId="2945390068" sldId="314"/>
            <ac:picMk id="22" creationId="{A4577EA5-CD43-BB96-4C2D-0AF56521BB50}"/>
          </ac:picMkLst>
        </pc:picChg>
        <pc:picChg chg="add del mod">
          <ac:chgData name="Priya Dharshini R 24BAD092" userId="13037c0b-b15b-4cd0-8a6e-159e82437bdc" providerId="ADAL" clId="{CAA1D905-A25D-470E-AD02-243A6EE8E8A2}" dt="2026-08-27T08:53:07.973" v="1545" actId="478"/>
          <ac:picMkLst>
            <pc:docMk/>
            <pc:sldMk cId="2945390068" sldId="314"/>
            <ac:picMk id="22" creationId="{D0035BBF-9414-B060-6A30-1C1313D00FB5}"/>
          </ac:picMkLst>
        </pc:picChg>
        <pc:picChg chg="del">
          <ac:chgData name="Priya Dharshini R 24BAD092" userId="13037c0b-b15b-4cd0-8a6e-159e82437bdc" providerId="ADAL" clId="{CAA1D905-A25D-470E-AD02-243A6EE8E8A2}" dt="2026-08-27T09:00:50.275" v="1549" actId="478"/>
          <ac:picMkLst>
            <pc:docMk/>
            <pc:sldMk cId="2945390068" sldId="314"/>
            <ac:picMk id="26" creationId="{023941A7-EB8F-3A89-D52E-E324984F6450}"/>
          </ac:picMkLst>
        </pc:picChg>
        <pc:picChg chg="add del mod">
          <ac:chgData name="Priya Dharshini R 24BAD092" userId="13037c0b-b15b-4cd0-8a6e-159e82437bdc" providerId="ADAL" clId="{CAA1D905-A25D-470E-AD02-243A6EE8E8A2}" dt="2026-08-27T08:31:37.058" v="1450"/>
          <ac:picMkLst>
            <pc:docMk/>
            <pc:sldMk cId="2945390068" sldId="314"/>
            <ac:picMk id="30" creationId="{E9F8AA41-080F-6089-9935-2A54B6FE15D0}"/>
          </ac:picMkLst>
        </pc:picChg>
        <pc:picChg chg="add del mod ord">
          <ac:chgData name="Priya Dharshini R 24BAD092" userId="13037c0b-b15b-4cd0-8a6e-159e82437bdc" providerId="ADAL" clId="{CAA1D905-A25D-470E-AD02-243A6EE8E8A2}" dt="2026-08-27T08:32:11.170" v="1451"/>
          <ac:picMkLst>
            <pc:docMk/>
            <pc:sldMk cId="2945390068" sldId="314"/>
            <ac:picMk id="35" creationId="{8326161A-BE6F-C397-94C7-455CC8D86646}"/>
          </ac:picMkLst>
        </pc:picChg>
        <pc:picChg chg="add del mod">
          <ac:chgData name="Priya Dharshini R 24BAD092" userId="13037c0b-b15b-4cd0-8a6e-159e82437bdc" providerId="ADAL" clId="{CAA1D905-A25D-470E-AD02-243A6EE8E8A2}" dt="2026-08-27T08:32:15.875" v="1453"/>
          <ac:picMkLst>
            <pc:docMk/>
            <pc:sldMk cId="2945390068" sldId="314"/>
            <ac:picMk id="36" creationId="{68D263B0-7286-38EA-1782-B45E4295739D}"/>
          </ac:picMkLst>
        </pc:picChg>
        <pc:picChg chg="add del mod ord">
          <ac:chgData name="Priya Dharshini R 24BAD092" userId="13037c0b-b15b-4cd0-8a6e-159e82437bdc" providerId="ADAL" clId="{CAA1D905-A25D-470E-AD02-243A6EE8E8A2}" dt="2026-08-27T08:32:26.232" v="1454"/>
          <ac:picMkLst>
            <pc:docMk/>
            <pc:sldMk cId="2945390068" sldId="314"/>
            <ac:picMk id="39" creationId="{58A7AF3B-4C6F-8DB7-EAC4-227AE5C49B83}"/>
          </ac:picMkLst>
        </pc:picChg>
        <pc:picChg chg="add del mod">
          <ac:chgData name="Priya Dharshini R 24BAD092" userId="13037c0b-b15b-4cd0-8a6e-159e82437bdc" providerId="ADAL" clId="{CAA1D905-A25D-470E-AD02-243A6EE8E8A2}" dt="2026-08-27T08:32:41.976" v="1456"/>
          <ac:picMkLst>
            <pc:docMk/>
            <pc:sldMk cId="2945390068" sldId="314"/>
            <ac:picMk id="40" creationId="{C321625B-EC3C-42F0-FC2C-5E53447B88FC}"/>
          </ac:picMkLst>
        </pc:picChg>
        <pc:picChg chg="add del mod ord">
          <ac:chgData name="Priya Dharshini R 24BAD092" userId="13037c0b-b15b-4cd0-8a6e-159e82437bdc" providerId="ADAL" clId="{CAA1D905-A25D-470E-AD02-243A6EE8E8A2}" dt="2026-08-27T08:32:49.147" v="1457"/>
          <ac:picMkLst>
            <pc:docMk/>
            <pc:sldMk cId="2945390068" sldId="314"/>
            <ac:picMk id="44" creationId="{99705A08-FA00-7458-AD2C-946817BAB3C6}"/>
          </ac:picMkLst>
        </pc:picChg>
        <pc:picChg chg="add del mod">
          <ac:chgData name="Priya Dharshini R 24BAD092" userId="13037c0b-b15b-4cd0-8a6e-159e82437bdc" providerId="ADAL" clId="{CAA1D905-A25D-470E-AD02-243A6EE8E8A2}" dt="2026-08-27T08:32:55.431" v="1459"/>
          <ac:picMkLst>
            <pc:docMk/>
            <pc:sldMk cId="2945390068" sldId="314"/>
            <ac:picMk id="45" creationId="{BDC1B706-11B0-7993-730D-285B4646346D}"/>
          </ac:picMkLst>
        </pc:picChg>
        <pc:picChg chg="add del mod ord">
          <ac:chgData name="Priya Dharshini R 24BAD092" userId="13037c0b-b15b-4cd0-8a6e-159e82437bdc" providerId="ADAL" clId="{CAA1D905-A25D-470E-AD02-243A6EE8E8A2}" dt="2026-08-27T08:33:15.495" v="1460"/>
          <ac:picMkLst>
            <pc:docMk/>
            <pc:sldMk cId="2945390068" sldId="314"/>
            <ac:picMk id="48" creationId="{69119511-BFF0-F4F2-BA3A-EAD3A721332C}"/>
          </ac:picMkLst>
        </pc:picChg>
        <pc:picChg chg="add del mod">
          <ac:chgData name="Priya Dharshini R 24BAD092" userId="13037c0b-b15b-4cd0-8a6e-159e82437bdc" providerId="ADAL" clId="{CAA1D905-A25D-470E-AD02-243A6EE8E8A2}" dt="2026-08-27T08:33:23.978" v="1462"/>
          <ac:picMkLst>
            <pc:docMk/>
            <pc:sldMk cId="2945390068" sldId="314"/>
            <ac:picMk id="49" creationId="{F05D6C5E-8AD9-AC1D-A71F-3536CA56E0E9}"/>
          </ac:picMkLst>
        </pc:picChg>
        <pc:picChg chg="add del mod ord">
          <ac:chgData name="Priya Dharshini R 24BAD092" userId="13037c0b-b15b-4cd0-8a6e-159e82437bdc" providerId="ADAL" clId="{CAA1D905-A25D-470E-AD02-243A6EE8E8A2}" dt="2026-08-27T08:33:31.293" v="1463"/>
          <ac:picMkLst>
            <pc:docMk/>
            <pc:sldMk cId="2945390068" sldId="314"/>
            <ac:picMk id="56" creationId="{4EA931CD-73D5-0E76-1F5B-6C993EFF4656}"/>
          </ac:picMkLst>
        </pc:picChg>
        <pc:picChg chg="add del mod">
          <ac:chgData name="Priya Dharshini R 24BAD092" userId="13037c0b-b15b-4cd0-8a6e-159e82437bdc" providerId="ADAL" clId="{CAA1D905-A25D-470E-AD02-243A6EE8E8A2}" dt="2026-08-27T08:33:46.510" v="1465"/>
          <ac:picMkLst>
            <pc:docMk/>
            <pc:sldMk cId="2945390068" sldId="314"/>
            <ac:picMk id="57" creationId="{917D6A49-0C77-C1E9-F7CC-E2A875B826F6}"/>
          </ac:picMkLst>
        </pc:picChg>
        <pc:picChg chg="add del mod ord">
          <ac:chgData name="Priya Dharshini R 24BAD092" userId="13037c0b-b15b-4cd0-8a6e-159e82437bdc" providerId="ADAL" clId="{CAA1D905-A25D-470E-AD02-243A6EE8E8A2}" dt="2026-08-27T08:33:52.585" v="1466"/>
          <ac:picMkLst>
            <pc:docMk/>
            <pc:sldMk cId="2945390068" sldId="314"/>
            <ac:picMk id="62" creationId="{2594143B-529E-D195-93D6-EFE542A3AFE6}"/>
          </ac:picMkLst>
        </pc:picChg>
        <pc:picChg chg="add del mod">
          <ac:chgData name="Priya Dharshini R 24BAD092" userId="13037c0b-b15b-4cd0-8a6e-159e82437bdc" providerId="ADAL" clId="{CAA1D905-A25D-470E-AD02-243A6EE8E8A2}" dt="2026-08-27T08:33:59.979" v="1469"/>
          <ac:picMkLst>
            <pc:docMk/>
            <pc:sldMk cId="2945390068" sldId="314"/>
            <ac:picMk id="65" creationId="{91D2BF6A-1E79-A3A7-0922-F6428BDF40D7}"/>
          </ac:picMkLst>
        </pc:picChg>
        <pc:picChg chg="add del mod">
          <ac:chgData name="Priya Dharshini R 24BAD092" userId="13037c0b-b15b-4cd0-8a6e-159e82437bdc" providerId="ADAL" clId="{CAA1D905-A25D-470E-AD02-243A6EE8E8A2}" dt="2026-08-27T08:34:27.616" v="1472"/>
          <ac:picMkLst>
            <pc:docMk/>
            <pc:sldMk cId="2945390068" sldId="314"/>
            <ac:picMk id="71" creationId="{AE2031DE-060F-C7F7-DF43-D06C22510E9C}"/>
          </ac:picMkLst>
        </pc:picChg>
        <pc:picChg chg="add del mod">
          <ac:chgData name="Priya Dharshini R 24BAD092" userId="13037c0b-b15b-4cd0-8a6e-159e82437bdc" providerId="ADAL" clId="{CAA1D905-A25D-470E-AD02-243A6EE8E8A2}" dt="2026-08-27T08:35:10.216" v="1473" actId="21"/>
          <ac:picMkLst>
            <pc:docMk/>
            <pc:sldMk cId="2945390068" sldId="314"/>
            <ac:picMk id="72" creationId="{03B55E62-2A1D-1A94-DCB7-E7D14D627A78}"/>
          </ac:picMkLst>
        </pc:picChg>
        <pc:picChg chg="add del mod">
          <ac:chgData name="Priya Dharshini R 24BAD092" userId="13037c0b-b15b-4cd0-8a6e-159e82437bdc" providerId="ADAL" clId="{CAA1D905-A25D-470E-AD02-243A6EE8E8A2}" dt="2026-08-27T08:35:51.231" v="1476"/>
          <ac:picMkLst>
            <pc:docMk/>
            <pc:sldMk cId="2945390068" sldId="314"/>
            <ac:picMk id="81" creationId="{9E19C772-3D92-9DBD-6A5B-2877CC5944DE}"/>
          </ac:picMkLst>
        </pc:picChg>
        <pc:picChg chg="add del mod">
          <ac:chgData name="Priya Dharshini R 24BAD092" userId="13037c0b-b15b-4cd0-8a6e-159e82437bdc" providerId="ADAL" clId="{CAA1D905-A25D-470E-AD02-243A6EE8E8A2}" dt="2026-08-27T08:35:59.749" v="1477" actId="478"/>
          <ac:picMkLst>
            <pc:docMk/>
            <pc:sldMk cId="2945390068" sldId="314"/>
            <ac:picMk id="82" creationId="{1DEABB25-1F3E-2B1D-93F9-5DB2F10E494B}"/>
          </ac:picMkLst>
        </pc:picChg>
        <pc:picChg chg="add del mod">
          <ac:chgData name="Priya Dharshini R 24BAD092" userId="13037c0b-b15b-4cd0-8a6e-159e82437bdc" providerId="ADAL" clId="{CAA1D905-A25D-470E-AD02-243A6EE8E8A2}" dt="2026-08-27T08:36:38.521" v="1501"/>
          <ac:picMkLst>
            <pc:docMk/>
            <pc:sldMk cId="2945390068" sldId="314"/>
            <ac:picMk id="86" creationId="{F9F6A67A-5D5F-C1EE-40A0-9AA6F4679756}"/>
          </ac:picMkLst>
        </pc:picChg>
        <pc:picChg chg="add del mod">
          <ac:chgData name="Priya Dharshini R 24BAD092" userId="13037c0b-b15b-4cd0-8a6e-159e82437bdc" providerId="ADAL" clId="{CAA1D905-A25D-470E-AD02-243A6EE8E8A2}" dt="2026-08-27T08:36:50.813" v="1503"/>
          <ac:picMkLst>
            <pc:docMk/>
            <pc:sldMk cId="2945390068" sldId="314"/>
            <ac:picMk id="87" creationId="{92C4EBB1-76B6-7D22-3D95-26390AD1B3E3}"/>
          </ac:picMkLst>
        </pc:picChg>
        <pc:picChg chg="add del mod ord">
          <ac:chgData name="Priya Dharshini R 24BAD092" userId="13037c0b-b15b-4cd0-8a6e-159e82437bdc" providerId="ADAL" clId="{CAA1D905-A25D-470E-AD02-243A6EE8E8A2}" dt="2026-08-27T08:37:25.895" v="1504"/>
          <ac:picMkLst>
            <pc:docMk/>
            <pc:sldMk cId="2945390068" sldId="314"/>
            <ac:picMk id="91" creationId="{3055C249-A32D-BC3F-BAA5-17CAB63846E4}"/>
          </ac:picMkLst>
        </pc:picChg>
        <pc:picChg chg="add del mod">
          <ac:chgData name="Priya Dharshini R 24BAD092" userId="13037c0b-b15b-4cd0-8a6e-159e82437bdc" providerId="ADAL" clId="{CAA1D905-A25D-470E-AD02-243A6EE8E8A2}" dt="2026-08-27T08:37:45.105" v="1505" actId="478"/>
          <ac:picMkLst>
            <pc:docMk/>
            <pc:sldMk cId="2945390068" sldId="314"/>
            <ac:picMk id="92" creationId="{E94D3112-CB2E-C509-2472-D5704D689806}"/>
          </ac:picMkLst>
        </pc:picChg>
        <pc:picChg chg="add del mod">
          <ac:chgData name="Priya Dharshini R 24BAD092" userId="13037c0b-b15b-4cd0-8a6e-159e82437bdc" providerId="ADAL" clId="{CAA1D905-A25D-470E-AD02-243A6EE8E8A2}" dt="2026-08-27T08:40:18.124" v="1508"/>
          <ac:picMkLst>
            <pc:docMk/>
            <pc:sldMk cId="2945390068" sldId="314"/>
            <ac:picMk id="100" creationId="{20B630ED-F7FA-7E8B-667A-EFFB000D1785}"/>
          </ac:picMkLst>
        </pc:picChg>
        <pc:picChg chg="add del mod">
          <ac:chgData name="Priya Dharshini R 24BAD092" userId="13037c0b-b15b-4cd0-8a6e-159e82437bdc" providerId="ADAL" clId="{CAA1D905-A25D-470E-AD02-243A6EE8E8A2}" dt="2026-08-27T08:41:36.568" v="1510" actId="478"/>
          <ac:picMkLst>
            <pc:docMk/>
            <pc:sldMk cId="2945390068" sldId="314"/>
            <ac:picMk id="101" creationId="{F9FC3977-A6C7-0AD9-8425-577BBDB73D1B}"/>
          </ac:picMkLst>
        </pc:picChg>
      </pc:sldChg>
      <pc:sldChg chg="addSp delSp modSp mod modTransition modClrScheme delAnim modAnim chgLayout">
        <pc:chgData name="Priya Dharshini R 24BAD092" userId="13037c0b-b15b-4cd0-8a6e-159e82437bdc" providerId="ADAL" clId="{CAA1D905-A25D-470E-AD02-243A6EE8E8A2}" dt="2026-08-27T09:14:51.532" v="1569"/>
        <pc:sldMkLst>
          <pc:docMk/>
          <pc:sldMk cId="542059410" sldId="315"/>
        </pc:sldMkLst>
        <pc:spChg chg="del">
          <ac:chgData name="Priya Dharshini R 24BAD092" userId="13037c0b-b15b-4cd0-8a6e-159e82437bdc" providerId="ADAL" clId="{CAA1D905-A25D-470E-AD02-243A6EE8E8A2}" dt="2026-08-26T17:35:58.377" v="613" actId="21"/>
          <ac:spMkLst>
            <pc:docMk/>
            <pc:sldMk cId="542059410" sldId="315"/>
            <ac:spMk id="3" creationId="{3474D05E-8A36-8D9F-519E-DB514A69D886}"/>
          </ac:spMkLst>
        </pc:spChg>
        <pc:spChg chg="del mod">
          <ac:chgData name="Priya Dharshini R 24BAD092" userId="13037c0b-b15b-4cd0-8a6e-159e82437bdc" providerId="ADAL" clId="{CAA1D905-A25D-470E-AD02-243A6EE8E8A2}" dt="2026-08-26T17:35:53.061" v="612" actId="21"/>
          <ac:spMkLst>
            <pc:docMk/>
            <pc:sldMk cId="542059410" sldId="315"/>
            <ac:spMk id="4" creationId="{B20C1E08-E337-110E-DB8E-41BA4A3341A1}"/>
          </ac:spMkLst>
        </pc:spChg>
        <pc:spChg chg="add mod ord">
          <ac:chgData name="Priya Dharshini R 24BAD092" userId="13037c0b-b15b-4cd0-8a6e-159e82437bdc" providerId="ADAL" clId="{CAA1D905-A25D-470E-AD02-243A6EE8E8A2}" dt="2026-08-27T08:12:45.287" v="1440" actId="26606"/>
          <ac:spMkLst>
            <pc:docMk/>
            <pc:sldMk cId="542059410" sldId="315"/>
            <ac:spMk id="7" creationId="{36786140-E332-4215-7628-7F35A9FF70D7}"/>
          </ac:spMkLst>
        </pc:spChg>
        <pc:spChg chg="add mod">
          <ac:chgData name="Priya Dharshini R 24BAD092" userId="13037c0b-b15b-4cd0-8a6e-159e82437bdc" providerId="ADAL" clId="{CAA1D905-A25D-470E-AD02-243A6EE8E8A2}" dt="2026-08-27T08:12:45.287" v="1440" actId="26606"/>
          <ac:spMkLst>
            <pc:docMk/>
            <pc:sldMk cId="542059410" sldId="315"/>
            <ac:spMk id="9" creationId="{CD1EF4A5-4DC6-2B74-D78A-0991815AFDA7}"/>
          </ac:spMkLst>
        </pc:spChg>
        <pc:spChg chg="add del mod">
          <ac:chgData name="Priya Dharshini R 24BAD092" userId="13037c0b-b15b-4cd0-8a6e-159e82437bdc" providerId="ADAL" clId="{CAA1D905-A25D-470E-AD02-243A6EE8E8A2}" dt="2026-08-27T08:12:45.287" v="1440" actId="26606"/>
          <ac:spMkLst>
            <pc:docMk/>
            <pc:sldMk cId="542059410" sldId="315"/>
            <ac:spMk id="14" creationId="{E326220F-3797-4FDB-242E-4107E074A567}"/>
          </ac:spMkLst>
        </pc:spChg>
        <pc:picChg chg="add del mod">
          <ac:chgData name="Priya Dharshini R 24BAD092" userId="13037c0b-b15b-4cd0-8a6e-159e82437bdc" providerId="ADAL" clId="{CAA1D905-A25D-470E-AD02-243A6EE8E8A2}" dt="2026-08-27T09:02:53.420" v="1552"/>
          <ac:picMkLst>
            <pc:docMk/>
            <pc:sldMk cId="542059410" sldId="315"/>
            <ac:picMk id="2" creationId="{556051B8-F535-E716-9899-CDF247DEA8A0}"/>
          </ac:picMkLst>
        </pc:picChg>
        <pc:picChg chg="add del mod ord">
          <ac:chgData name="Priya Dharshini R 24BAD092" userId="13037c0b-b15b-4cd0-8a6e-159e82437bdc" providerId="ADAL" clId="{CAA1D905-A25D-470E-AD02-243A6EE8E8A2}" dt="2026-08-27T08:47:04.878" v="1517"/>
          <ac:picMkLst>
            <pc:docMk/>
            <pc:sldMk cId="542059410" sldId="315"/>
            <ac:picMk id="5" creationId="{E034DB6D-87EC-D512-10F6-066D7605F97D}"/>
          </ac:picMkLst>
        </pc:picChg>
        <pc:picChg chg="add del mod">
          <ac:chgData name="Priya Dharshini R 24BAD092" userId="13037c0b-b15b-4cd0-8a6e-159e82437bdc" providerId="ADAL" clId="{CAA1D905-A25D-470E-AD02-243A6EE8E8A2}" dt="2026-08-26T17:31:09.995" v="481"/>
          <ac:picMkLst>
            <pc:docMk/>
            <pc:sldMk cId="542059410" sldId="315"/>
            <ac:picMk id="6" creationId="{9E3D3099-1A67-D349-44A3-FA0A509E6D83}"/>
          </ac:picMkLst>
        </pc:picChg>
        <pc:picChg chg="add del mod">
          <ac:chgData name="Priya Dharshini R 24BAD092" userId="13037c0b-b15b-4cd0-8a6e-159e82437bdc" providerId="ADAL" clId="{CAA1D905-A25D-470E-AD02-243A6EE8E8A2}" dt="2026-08-27T08:49:24.193" v="1520" actId="478"/>
          <ac:picMkLst>
            <pc:docMk/>
            <pc:sldMk cId="542059410" sldId="315"/>
            <ac:picMk id="6" creationId="{BB2B1E84-441F-B21A-4D69-62ACBA106C45}"/>
          </ac:picMkLst>
        </pc:picChg>
        <pc:picChg chg="add del mod ord">
          <ac:chgData name="Priya Dharshini R 24BAD092" userId="13037c0b-b15b-4cd0-8a6e-159e82437bdc" providerId="ADAL" clId="{CAA1D905-A25D-470E-AD02-243A6EE8E8A2}" dt="2026-08-27T09:08:04.451" v="1563" actId="478"/>
          <ac:picMkLst>
            <pc:docMk/>
            <pc:sldMk cId="542059410" sldId="315"/>
            <ac:picMk id="8" creationId="{790D3E23-1BE6-E980-4064-8479033AB87B}"/>
          </ac:picMkLst>
        </pc:picChg>
        <pc:picChg chg="add del mod">
          <ac:chgData name="Priya Dharshini R 24BAD092" userId="13037c0b-b15b-4cd0-8a6e-159e82437bdc" providerId="ADAL" clId="{CAA1D905-A25D-470E-AD02-243A6EE8E8A2}" dt="2026-08-27T09:00:23.387" v="1548"/>
          <ac:picMkLst>
            <pc:docMk/>
            <pc:sldMk cId="542059410" sldId="315"/>
            <ac:picMk id="13" creationId="{E551425F-7E1A-1565-6327-B97F3D5E9F92}"/>
          </ac:picMkLst>
        </pc:pic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542059410" sldId="315"/>
            <ac:picMk id="19" creationId="{F003343F-5582-38FB-273C-8C069604DE45}"/>
          </ac:picMkLst>
        </pc:picChg>
        <pc:picChg chg="add del mod ord">
          <ac:chgData name="Priya Dharshini R 24BAD092" userId="13037c0b-b15b-4cd0-8a6e-159e82437bdc" providerId="ADAL" clId="{CAA1D905-A25D-470E-AD02-243A6EE8E8A2}" dt="2026-08-27T08:40:43.981" v="1509"/>
          <ac:picMkLst>
            <pc:docMk/>
            <pc:sldMk cId="542059410" sldId="315"/>
            <ac:picMk id="21" creationId="{E5549FFA-7E25-98D7-B24B-164F916ED570}"/>
          </ac:picMkLst>
        </pc:picChg>
        <pc:picChg chg="add del mod">
          <ac:chgData name="Priya Dharshini R 24BAD092" userId="13037c0b-b15b-4cd0-8a6e-159e82437bdc" providerId="ADAL" clId="{CAA1D905-A25D-470E-AD02-243A6EE8E8A2}" dt="2026-08-27T08:46:51.930" v="1516"/>
          <ac:picMkLst>
            <pc:docMk/>
            <pc:sldMk cId="542059410" sldId="315"/>
            <ac:picMk id="22" creationId="{B839DD72-715C-FC1C-CBB8-815DD083D663}"/>
          </ac:picMkLst>
        </pc:picChg>
      </pc:sldChg>
      <pc:sldChg chg="addSp delSp modSp mod modTransition delAnim modAnim">
        <pc:chgData name="Priya Dharshini R 24BAD092" userId="13037c0b-b15b-4cd0-8a6e-159e82437bdc" providerId="ADAL" clId="{CAA1D905-A25D-470E-AD02-243A6EE8E8A2}" dt="2026-08-27T09:36:16.791" v="1570" actId="478"/>
        <pc:sldMkLst>
          <pc:docMk/>
          <pc:sldMk cId="4293742996" sldId="316"/>
        </pc:sldMkLst>
        <pc:spChg chg="mod">
          <ac:chgData name="Priya Dharshini R 24BAD092" userId="13037c0b-b15b-4cd0-8a6e-159e82437bdc" providerId="ADAL" clId="{CAA1D905-A25D-470E-AD02-243A6EE8E8A2}" dt="2026-08-27T06:50:23.820" v="1365" actId="1076"/>
          <ac:spMkLst>
            <pc:docMk/>
            <pc:sldMk cId="4293742996" sldId="316"/>
            <ac:spMk id="2" creationId="{6A36FD5F-786B-1974-5F47-94CA02CFA6E5}"/>
          </ac:spMkLst>
        </pc:spChg>
        <pc:spChg chg="mod">
          <ac:chgData name="Priya Dharshini R 24BAD092" userId="13037c0b-b15b-4cd0-8a6e-159e82437bdc" providerId="ADAL" clId="{CAA1D905-A25D-470E-AD02-243A6EE8E8A2}" dt="2026-08-27T05:38:07.734" v="996" actId="20577"/>
          <ac:spMkLst>
            <pc:docMk/>
            <pc:sldMk cId="4293742996" sldId="316"/>
            <ac:spMk id="5" creationId="{34154000-C9C7-C2F9-F60E-587095E63840}"/>
          </ac:spMkLst>
        </pc:spChg>
        <pc:picChg chg="add del mod">
          <ac:chgData name="Priya Dharshini R 24BAD092" userId="13037c0b-b15b-4cd0-8a6e-159e82437bdc" providerId="ADAL" clId="{CAA1D905-A25D-470E-AD02-243A6EE8E8A2}" dt="2026-08-27T08:49:30.502" v="1522" actId="478"/>
          <ac:picMkLst>
            <pc:docMk/>
            <pc:sldMk cId="4293742996" sldId="316"/>
            <ac:picMk id="3" creationId="{3F9780D5-DAEF-C5F5-32B8-875B66B1128F}"/>
          </ac:picMkLst>
        </pc:pic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4293742996" sldId="316"/>
            <ac:picMk id="4" creationId="{14607041-085A-9479-91CE-241D33647B1F}"/>
          </ac:picMkLst>
        </pc:picChg>
        <pc:picChg chg="add del mod ord">
          <ac:chgData name="Priya Dharshini R 24BAD092" userId="13037c0b-b15b-4cd0-8a6e-159e82437bdc" providerId="ADAL" clId="{CAA1D905-A25D-470E-AD02-243A6EE8E8A2}" dt="2026-08-27T08:47:04.878" v="1517"/>
          <ac:picMkLst>
            <pc:docMk/>
            <pc:sldMk cId="4293742996" sldId="316"/>
            <ac:picMk id="6" creationId="{06C2EA4A-7385-7ABC-0480-6045579AF8BF}"/>
          </ac:picMkLst>
        </pc:picChg>
        <pc:picChg chg="add del mod">
          <ac:chgData name="Priya Dharshini R 24BAD092" userId="13037c0b-b15b-4cd0-8a6e-159e82437bdc" providerId="ADAL" clId="{CAA1D905-A25D-470E-AD02-243A6EE8E8A2}" dt="2026-08-27T09:36:16.791" v="1570" actId="478"/>
          <ac:picMkLst>
            <pc:docMk/>
            <pc:sldMk cId="4293742996" sldId="316"/>
            <ac:picMk id="8" creationId="{79A74E90-7C50-3B3D-E41D-F1C294020020}"/>
          </ac:picMkLst>
        </pc:picChg>
      </pc:sldChg>
      <pc:sldChg chg="addSp delSp modSp mod ord modTransition delAnim modAnim">
        <pc:chgData name="Priya Dharshini R 24BAD092" userId="13037c0b-b15b-4cd0-8a6e-159e82437bdc" providerId="ADAL" clId="{CAA1D905-A25D-470E-AD02-243A6EE8E8A2}" dt="2026-08-27T09:36:28.907" v="1571" actId="478"/>
        <pc:sldMkLst>
          <pc:docMk/>
          <pc:sldMk cId="56176599" sldId="317"/>
        </pc:sldMkLst>
        <pc:spChg chg="add del mod">
          <ac:chgData name="Priya Dharshini R 24BAD092" userId="13037c0b-b15b-4cd0-8a6e-159e82437bdc" providerId="ADAL" clId="{CAA1D905-A25D-470E-AD02-243A6EE8E8A2}" dt="2026-08-27T05:33:12.153" v="938"/>
          <ac:spMkLst>
            <pc:docMk/>
            <pc:sldMk cId="56176599" sldId="317"/>
            <ac:spMk id="2" creationId="{0BA13299-8B89-38A5-1AF9-4CF07D9F614F}"/>
          </ac:spMkLst>
        </pc:spChg>
        <pc:spChg chg="add del mod">
          <ac:chgData name="Priya Dharshini R 24BAD092" userId="13037c0b-b15b-4cd0-8a6e-159e82437bdc" providerId="ADAL" clId="{CAA1D905-A25D-470E-AD02-243A6EE8E8A2}" dt="2026-08-26T17:36:06.361" v="615" actId="21"/>
          <ac:spMkLst>
            <pc:docMk/>
            <pc:sldMk cId="56176599" sldId="317"/>
            <ac:spMk id="3" creationId="{13950458-632B-9CC3-BB07-44073989DB0A}"/>
          </ac:spMkLst>
        </pc:spChg>
        <pc:spChg chg="mod">
          <ac:chgData name="Priya Dharshini R 24BAD092" userId="13037c0b-b15b-4cd0-8a6e-159e82437bdc" providerId="ADAL" clId="{CAA1D905-A25D-470E-AD02-243A6EE8E8A2}" dt="2026-08-27T06:50:04.083" v="1362" actId="1076"/>
          <ac:spMkLst>
            <pc:docMk/>
            <pc:sldMk cId="56176599" sldId="317"/>
            <ac:spMk id="7" creationId="{ADD59383-E6CD-CF57-B9CF-5820B1CECE61}"/>
          </ac:spMkLst>
        </pc:spChg>
        <pc:spChg chg="add del mod">
          <ac:chgData name="Priya Dharshini R 24BAD092" userId="13037c0b-b15b-4cd0-8a6e-159e82437bdc" providerId="ADAL" clId="{CAA1D905-A25D-470E-AD02-243A6EE8E8A2}" dt="2026-08-27T06:50:07.926" v="1363" actId="1076"/>
          <ac:spMkLst>
            <pc:docMk/>
            <pc:sldMk cId="56176599" sldId="317"/>
            <ac:spMk id="8" creationId="{8B672BC8-D7EC-066C-9025-5F29713D8495}"/>
          </ac:spMkLst>
        </pc:spChg>
        <pc:picChg chg="add del mod">
          <ac:chgData name="Priya Dharshini R 24BAD092" userId="13037c0b-b15b-4cd0-8a6e-159e82437bdc" providerId="ADAL" clId="{CAA1D905-A25D-470E-AD02-243A6EE8E8A2}" dt="2026-08-27T08:46:40.797" v="1512" actId="478"/>
          <ac:picMkLst>
            <pc:docMk/>
            <pc:sldMk cId="56176599" sldId="317"/>
            <ac:picMk id="2" creationId="{CAF032FC-AD9D-D301-9939-6AF8A271E9D9}"/>
          </ac:picMkLst>
        </pc:picChg>
        <pc:picChg chg="del">
          <ac:chgData name="Priya Dharshini R 24BAD092" userId="13037c0b-b15b-4cd0-8a6e-159e82437bdc" providerId="ADAL" clId="{CAA1D905-A25D-470E-AD02-243A6EE8E8A2}" dt="2026-08-26T17:31:09.995" v="481"/>
          <ac:picMkLst>
            <pc:docMk/>
            <pc:sldMk cId="56176599" sldId="317"/>
            <ac:picMk id="4" creationId="{5ACD1D31-A1F1-F79C-C5AD-1E1F74377B2B}"/>
          </ac:picMkLst>
        </pc:pic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56176599" sldId="317"/>
            <ac:picMk id="4" creationId="{C41CBA3A-BE6B-3CCB-D083-9B6C82361DF5}"/>
          </ac:picMkLst>
        </pc:picChg>
        <pc:picChg chg="add del mod ord">
          <ac:chgData name="Priya Dharshini R 24BAD092" userId="13037c0b-b15b-4cd0-8a6e-159e82437bdc" providerId="ADAL" clId="{CAA1D905-A25D-470E-AD02-243A6EE8E8A2}" dt="2026-08-27T08:44:28.580" v="1511"/>
          <ac:picMkLst>
            <pc:docMk/>
            <pc:sldMk cId="56176599" sldId="317"/>
            <ac:picMk id="5" creationId="{582F5B42-1FA2-E5D9-50E5-74B137B3EAB8}"/>
          </ac:picMkLst>
        </pc:picChg>
        <pc:picChg chg="add del mod">
          <ac:chgData name="Priya Dharshini R 24BAD092" userId="13037c0b-b15b-4cd0-8a6e-159e82437bdc" providerId="ADAL" clId="{CAA1D905-A25D-470E-AD02-243A6EE8E8A2}" dt="2026-08-27T08:47:04.878" v="1517"/>
          <ac:picMkLst>
            <pc:docMk/>
            <pc:sldMk cId="56176599" sldId="317"/>
            <ac:picMk id="6" creationId="{171CD481-AC3E-9831-574C-3E2A603DE588}"/>
          </ac:picMkLst>
        </pc:picChg>
        <pc:picChg chg="add del mod">
          <ac:chgData name="Priya Dharshini R 24BAD092" userId="13037c0b-b15b-4cd0-8a6e-159e82437bdc" providerId="ADAL" clId="{CAA1D905-A25D-470E-AD02-243A6EE8E8A2}" dt="2026-08-27T08:49:27.371" v="1521" actId="478"/>
          <ac:picMkLst>
            <pc:docMk/>
            <pc:sldMk cId="56176599" sldId="317"/>
            <ac:picMk id="9" creationId="{50765235-AE69-3063-BDCA-D567C4F4836F}"/>
          </ac:picMkLst>
        </pc:picChg>
        <pc:picChg chg="add del mod">
          <ac:chgData name="Priya Dharshini R 24BAD092" userId="13037c0b-b15b-4cd0-8a6e-159e82437bdc" providerId="ADAL" clId="{CAA1D905-A25D-470E-AD02-243A6EE8E8A2}" dt="2026-08-27T09:36:28.907" v="1571" actId="478"/>
          <ac:picMkLst>
            <pc:docMk/>
            <pc:sldMk cId="56176599" sldId="317"/>
            <ac:picMk id="12" creationId="{8D5B0D79-8CC8-C354-D5AA-4BA97EB47BD9}"/>
          </ac:picMkLst>
        </pc:picChg>
      </pc:sldChg>
      <pc:sldChg chg="addSp delSp modSp mod modTransition delAnim modAnim">
        <pc:chgData name="Priya Dharshini R 24BAD092" userId="13037c0b-b15b-4cd0-8a6e-159e82437bdc" providerId="ADAL" clId="{CAA1D905-A25D-470E-AD02-243A6EE8E8A2}" dt="2026-08-27T09:38:12.448" v="1589" actId="478"/>
        <pc:sldMkLst>
          <pc:docMk/>
          <pc:sldMk cId="412000632" sldId="318"/>
        </pc:sldMkLst>
        <pc:spChg chg="mod">
          <ac:chgData name="Priya Dharshini R 24BAD092" userId="13037c0b-b15b-4cd0-8a6e-159e82437bdc" providerId="ADAL" clId="{CAA1D905-A25D-470E-AD02-243A6EE8E8A2}" dt="2026-08-27T06:50:34.901" v="1366" actId="255"/>
          <ac:spMkLst>
            <pc:docMk/>
            <pc:sldMk cId="412000632" sldId="318"/>
            <ac:spMk id="2" creationId="{018E4F0B-A6EB-861C-1C34-CAA9BDE47858}"/>
          </ac:spMkLst>
        </pc:spChg>
        <pc:spChg chg="mod">
          <ac:chgData name="Priya Dharshini R 24BAD092" userId="13037c0b-b15b-4cd0-8a6e-159e82437bdc" providerId="ADAL" clId="{CAA1D905-A25D-470E-AD02-243A6EE8E8A2}" dt="2026-08-27T06:50:45.956" v="1367" actId="1076"/>
          <ac:spMkLst>
            <pc:docMk/>
            <pc:sldMk cId="412000632" sldId="318"/>
            <ac:spMk id="3" creationId="{59F97739-E0DF-24F3-7886-013A799A52C3}"/>
          </ac:spMkLst>
        </pc:spChg>
        <pc:picChg chg="add del mod">
          <ac:chgData name="Priya Dharshini R 24BAD092" userId="13037c0b-b15b-4cd0-8a6e-159e82437bdc" providerId="ADAL" clId="{CAA1D905-A25D-470E-AD02-243A6EE8E8A2}" dt="2026-08-27T08:49:33.675" v="1523" actId="478"/>
          <ac:picMkLst>
            <pc:docMk/>
            <pc:sldMk cId="412000632" sldId="318"/>
            <ac:picMk id="4" creationId="{E80BE647-03A5-CF73-A3AD-1F32DCAC0E52}"/>
          </ac:picMkLst>
        </pc:picChg>
        <pc:picChg chg="del">
          <ac:chgData name="Priya Dharshini R 24BAD092" userId="13037c0b-b15b-4cd0-8a6e-159e82437bdc" providerId="ADAL" clId="{CAA1D905-A25D-470E-AD02-243A6EE8E8A2}" dt="2026-08-26T17:31:09.995" v="481"/>
          <ac:picMkLst>
            <pc:docMk/>
            <pc:sldMk cId="412000632" sldId="318"/>
            <ac:picMk id="5" creationId="{84BC11B6-066B-F73A-5479-D50627FE3012}"/>
          </ac:picMkLst>
        </pc:picChg>
        <pc:picChg chg="add mod">
          <ac:chgData name="Priya Dharshini R 24BAD092" userId="13037c0b-b15b-4cd0-8a6e-159e82437bdc" providerId="ADAL" clId="{CAA1D905-A25D-470E-AD02-243A6EE8E8A2}" dt="2026-08-27T05:39:41.829" v="1011" actId="1076"/>
          <ac:picMkLst>
            <pc:docMk/>
            <pc:sldMk cId="412000632" sldId="318"/>
            <ac:picMk id="6" creationId="{2BEEB43C-3625-863A-AE62-4FCB09757694}"/>
          </ac:picMkLst>
        </pc:pic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412000632" sldId="318"/>
            <ac:picMk id="7" creationId="{1D687379-EF07-2B93-4EB7-742D1FE653C9}"/>
          </ac:picMkLst>
        </pc:picChg>
        <pc:picChg chg="add del mod ord">
          <ac:chgData name="Priya Dharshini R 24BAD092" userId="13037c0b-b15b-4cd0-8a6e-159e82437bdc" providerId="ADAL" clId="{CAA1D905-A25D-470E-AD02-243A6EE8E8A2}" dt="2026-08-27T08:47:04.878" v="1517"/>
          <ac:picMkLst>
            <pc:docMk/>
            <pc:sldMk cId="412000632" sldId="318"/>
            <ac:picMk id="8" creationId="{86FC6D83-1BD4-2E12-B936-BD4BA828DE64}"/>
          </ac:picMkLst>
        </pc:picChg>
        <pc:picChg chg="add del mod">
          <ac:chgData name="Priya Dharshini R 24BAD092" userId="13037c0b-b15b-4cd0-8a6e-159e82437bdc" providerId="ADAL" clId="{CAA1D905-A25D-470E-AD02-243A6EE8E8A2}" dt="2026-08-27T09:38:12.448" v="1589" actId="478"/>
          <ac:picMkLst>
            <pc:docMk/>
            <pc:sldMk cId="412000632" sldId="318"/>
            <ac:picMk id="11" creationId="{683D4599-7D63-CBD6-2FDB-5337F3DB932C}"/>
          </ac:picMkLst>
        </pc:picChg>
      </pc:sldChg>
      <pc:sldChg chg="addSp delSp modSp mod modTransition delAnim modAnim">
        <pc:chgData name="Priya Dharshini R 24BAD092" userId="13037c0b-b15b-4cd0-8a6e-159e82437bdc" providerId="ADAL" clId="{CAA1D905-A25D-470E-AD02-243A6EE8E8A2}" dt="2026-08-27T09:36:32.558" v="1572" actId="478"/>
        <pc:sldMkLst>
          <pc:docMk/>
          <pc:sldMk cId="1760417424" sldId="319"/>
        </pc:sldMkLst>
        <pc:spChg chg="mod">
          <ac:chgData name="Priya Dharshini R 24BAD092" userId="13037c0b-b15b-4cd0-8a6e-159e82437bdc" providerId="ADAL" clId="{CAA1D905-A25D-470E-AD02-243A6EE8E8A2}" dt="2026-08-27T06:50:57.108" v="1368" actId="113"/>
          <ac:spMkLst>
            <pc:docMk/>
            <pc:sldMk cId="1760417424" sldId="319"/>
            <ac:spMk id="2" creationId="{14808221-C29B-07A3-B569-B8B466B1020B}"/>
          </ac:spMkLst>
        </pc:spChg>
        <pc:spChg chg="mod">
          <ac:chgData name="Priya Dharshini R 24BAD092" userId="13037c0b-b15b-4cd0-8a6e-159e82437bdc" providerId="ADAL" clId="{CAA1D905-A25D-470E-AD02-243A6EE8E8A2}" dt="2026-08-27T06:51:29.771" v="1370" actId="2710"/>
          <ac:spMkLst>
            <pc:docMk/>
            <pc:sldMk cId="1760417424" sldId="319"/>
            <ac:spMk id="3" creationId="{D6BEA7D4-8B96-5A0E-252E-6B8E8B1CF178}"/>
          </ac:spMkLst>
        </pc:spChg>
        <pc:picChg chg="add del mod">
          <ac:chgData name="Priya Dharshini R 24BAD092" userId="13037c0b-b15b-4cd0-8a6e-159e82437bdc" providerId="ADAL" clId="{CAA1D905-A25D-470E-AD02-243A6EE8E8A2}" dt="2026-08-27T08:49:37.484" v="1524" actId="478"/>
          <ac:picMkLst>
            <pc:docMk/>
            <pc:sldMk cId="1760417424" sldId="319"/>
            <ac:picMk id="4" creationId="{82CED8E3-DB04-0831-49AE-B1B449EFD9EC}"/>
          </ac:picMkLst>
        </pc:picChg>
        <pc:picChg chg="del">
          <ac:chgData name="Priya Dharshini R 24BAD092" userId="13037c0b-b15b-4cd0-8a6e-159e82437bdc" providerId="ADAL" clId="{CAA1D905-A25D-470E-AD02-243A6EE8E8A2}" dt="2026-08-26T17:31:09.995" v="481"/>
          <ac:picMkLst>
            <pc:docMk/>
            <pc:sldMk cId="1760417424" sldId="319"/>
            <ac:picMk id="5" creationId="{0365A606-C4DA-442D-7CE8-DEF3189A655A}"/>
          </ac:picMkLst>
        </pc:pic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1760417424" sldId="319"/>
            <ac:picMk id="6" creationId="{46CACC32-BED1-EC48-F0AD-8B8616420583}"/>
          </ac:picMkLst>
        </pc:picChg>
        <pc:picChg chg="add del mod ord">
          <ac:chgData name="Priya Dharshini R 24BAD092" userId="13037c0b-b15b-4cd0-8a6e-159e82437bdc" providerId="ADAL" clId="{CAA1D905-A25D-470E-AD02-243A6EE8E8A2}" dt="2026-08-27T08:47:04.878" v="1517"/>
          <ac:picMkLst>
            <pc:docMk/>
            <pc:sldMk cId="1760417424" sldId="319"/>
            <ac:picMk id="7" creationId="{30D3CEAE-80E6-D67E-6DF7-6E42C7684E41}"/>
          </ac:picMkLst>
        </pc:picChg>
        <pc:picChg chg="add del mod">
          <ac:chgData name="Priya Dharshini R 24BAD092" userId="13037c0b-b15b-4cd0-8a6e-159e82437bdc" providerId="ADAL" clId="{CAA1D905-A25D-470E-AD02-243A6EE8E8A2}" dt="2026-08-27T09:36:32.558" v="1572" actId="478"/>
          <ac:picMkLst>
            <pc:docMk/>
            <pc:sldMk cId="1760417424" sldId="319"/>
            <ac:picMk id="10" creationId="{C01E22A3-A5A1-9337-9EF9-E220010EC1A0}"/>
          </ac:picMkLst>
        </pc:picChg>
      </pc:sldChg>
      <pc:sldChg chg="addSp delSp modSp mod modTransition delAnim modAnim">
        <pc:chgData name="Priya Dharshini R 24BAD092" userId="13037c0b-b15b-4cd0-8a6e-159e82437bdc" providerId="ADAL" clId="{CAA1D905-A25D-470E-AD02-243A6EE8E8A2}" dt="2026-08-27T09:36:38.463" v="1573" actId="478"/>
        <pc:sldMkLst>
          <pc:docMk/>
          <pc:sldMk cId="430403476" sldId="320"/>
        </pc:sldMkLst>
        <pc:spChg chg="mod">
          <ac:chgData name="Priya Dharshini R 24BAD092" userId="13037c0b-b15b-4cd0-8a6e-159e82437bdc" providerId="ADAL" clId="{CAA1D905-A25D-470E-AD02-243A6EE8E8A2}" dt="2026-08-27T06:51:58.987" v="1375" actId="1076"/>
          <ac:spMkLst>
            <pc:docMk/>
            <pc:sldMk cId="430403476" sldId="320"/>
            <ac:spMk id="2" creationId="{F992D586-3F7C-3202-E4F4-1F65B9A7D428}"/>
          </ac:spMkLst>
        </pc:spChg>
        <pc:spChg chg="add del mod">
          <ac:chgData name="Priya Dharshini R 24BAD092" userId="13037c0b-b15b-4cd0-8a6e-159e82437bdc" providerId="ADAL" clId="{CAA1D905-A25D-470E-AD02-243A6EE8E8A2}" dt="2026-08-26T17:53:49.457" v="682"/>
          <ac:spMkLst>
            <pc:docMk/>
            <pc:sldMk cId="430403476" sldId="320"/>
            <ac:spMk id="3" creationId="{83C1364F-4E46-5D9A-5708-46B9F50309B4}"/>
          </ac:spMkLst>
        </pc:spChg>
        <pc:spChg chg="add mod">
          <ac:chgData name="Priya Dharshini R 24BAD092" userId="13037c0b-b15b-4cd0-8a6e-159e82437bdc" providerId="ADAL" clId="{CAA1D905-A25D-470E-AD02-243A6EE8E8A2}" dt="2026-08-26T17:53:29.721" v="669" actId="1076"/>
          <ac:spMkLst>
            <pc:docMk/>
            <pc:sldMk cId="430403476" sldId="320"/>
            <ac:spMk id="7" creationId="{774CE48A-D8B8-BE3C-EC85-F5ADD46080D0}"/>
          </ac:spMkLst>
        </pc:spChg>
        <pc:spChg chg="add mod">
          <ac:chgData name="Priya Dharshini R 24BAD092" userId="13037c0b-b15b-4cd0-8a6e-159e82437bdc" providerId="ADAL" clId="{CAA1D905-A25D-470E-AD02-243A6EE8E8A2}" dt="2026-08-27T05:41:41.843" v="1031" actId="1076"/>
          <ac:spMkLst>
            <pc:docMk/>
            <pc:sldMk cId="430403476" sldId="320"/>
            <ac:spMk id="8" creationId="{B8C7A438-13CA-06D6-7581-5DBBA13F49C1}"/>
          </ac:spMkLst>
        </pc:spChg>
        <pc:spChg chg="add mod">
          <ac:chgData name="Priya Dharshini R 24BAD092" userId="13037c0b-b15b-4cd0-8a6e-159e82437bdc" providerId="ADAL" clId="{CAA1D905-A25D-470E-AD02-243A6EE8E8A2}" dt="2026-08-27T05:42:45.837" v="1043" actId="1076"/>
          <ac:spMkLst>
            <pc:docMk/>
            <pc:sldMk cId="430403476" sldId="320"/>
            <ac:spMk id="9" creationId="{60616B4F-5704-4311-032E-4FA9FA75C9B3}"/>
          </ac:spMkLst>
        </pc:spChg>
        <pc:graphicFrameChg chg="add mod modGraphic">
          <ac:chgData name="Priya Dharshini R 24BAD092" userId="13037c0b-b15b-4cd0-8a6e-159e82437bdc" providerId="ADAL" clId="{CAA1D905-A25D-470E-AD02-243A6EE8E8A2}" dt="2026-08-27T06:51:42.858" v="1372" actId="1076"/>
          <ac:graphicFrameMkLst>
            <pc:docMk/>
            <pc:sldMk cId="430403476" sldId="320"/>
            <ac:graphicFrameMk id="5" creationId="{84D465AF-470F-F57A-59AC-FB2BFC8FE1B9}"/>
          </ac:graphicFrameMkLst>
        </pc:graphicFrameChg>
        <pc:picChg chg="add del mod">
          <ac:chgData name="Priya Dharshini R 24BAD092" userId="13037c0b-b15b-4cd0-8a6e-159e82437bdc" providerId="ADAL" clId="{CAA1D905-A25D-470E-AD02-243A6EE8E8A2}" dt="2026-08-27T08:49:41.123" v="1525" actId="478"/>
          <ac:picMkLst>
            <pc:docMk/>
            <pc:sldMk cId="430403476" sldId="320"/>
            <ac:picMk id="3" creationId="{D5982FAF-6186-52C4-01D8-893133442172}"/>
          </ac:picMkLst>
        </pc:pic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430403476" sldId="320"/>
            <ac:picMk id="4" creationId="{14F0669B-C83B-2898-0A79-A826E2B1E32D}"/>
          </ac:picMkLst>
        </pc:picChg>
        <pc:picChg chg="del">
          <ac:chgData name="Priya Dharshini R 24BAD092" userId="13037c0b-b15b-4cd0-8a6e-159e82437bdc" providerId="ADAL" clId="{CAA1D905-A25D-470E-AD02-243A6EE8E8A2}" dt="2026-08-26T17:31:09.995" v="481"/>
          <ac:picMkLst>
            <pc:docMk/>
            <pc:sldMk cId="430403476" sldId="320"/>
            <ac:picMk id="4" creationId="{71B3769C-58D2-5D73-21D8-340228BC3A64}"/>
          </ac:picMkLst>
        </pc:picChg>
        <pc:picChg chg="add del mod ord">
          <ac:chgData name="Priya Dharshini R 24BAD092" userId="13037c0b-b15b-4cd0-8a6e-159e82437bdc" providerId="ADAL" clId="{CAA1D905-A25D-470E-AD02-243A6EE8E8A2}" dt="2026-08-27T08:47:04.878" v="1517"/>
          <ac:picMkLst>
            <pc:docMk/>
            <pc:sldMk cId="430403476" sldId="320"/>
            <ac:picMk id="6" creationId="{2A1FA170-1085-48B6-FDB2-AE207B1C9DE6}"/>
          </ac:picMkLst>
        </pc:picChg>
        <pc:picChg chg="add del mod">
          <ac:chgData name="Priya Dharshini R 24BAD092" userId="13037c0b-b15b-4cd0-8a6e-159e82437bdc" providerId="ADAL" clId="{CAA1D905-A25D-470E-AD02-243A6EE8E8A2}" dt="2026-08-27T09:36:38.463" v="1573" actId="478"/>
          <ac:picMkLst>
            <pc:docMk/>
            <pc:sldMk cId="430403476" sldId="320"/>
            <ac:picMk id="15" creationId="{2BD32FB5-477D-EE2D-8E6E-9F627FC9BF9B}"/>
          </ac:picMkLst>
        </pc:picChg>
      </pc:sldChg>
      <pc:sldChg chg="addSp delSp modSp mod modTransition delAnim modAnim">
        <pc:chgData name="Priya Dharshini R 24BAD092" userId="13037c0b-b15b-4cd0-8a6e-159e82437bdc" providerId="ADAL" clId="{CAA1D905-A25D-470E-AD02-243A6EE8E8A2}" dt="2026-08-27T09:36:49.659" v="1575" actId="478"/>
        <pc:sldMkLst>
          <pc:docMk/>
          <pc:sldMk cId="569699605" sldId="321"/>
        </pc:sldMkLst>
        <pc:spChg chg="mod">
          <ac:chgData name="Priya Dharshini R 24BAD092" userId="13037c0b-b15b-4cd0-8a6e-159e82437bdc" providerId="ADAL" clId="{CAA1D905-A25D-470E-AD02-243A6EE8E8A2}" dt="2026-08-27T06:52:58.549" v="1379" actId="1076"/>
          <ac:spMkLst>
            <pc:docMk/>
            <pc:sldMk cId="569699605" sldId="321"/>
            <ac:spMk id="2" creationId="{6DBDB0AE-5ADD-1975-6BDD-38608925072A}"/>
          </ac:spMkLst>
        </pc:spChg>
        <pc:spChg chg="add del mod">
          <ac:chgData name="Priya Dharshini R 24BAD092" userId="13037c0b-b15b-4cd0-8a6e-159e82437bdc" providerId="ADAL" clId="{CAA1D905-A25D-470E-AD02-243A6EE8E8A2}" dt="2026-08-26T17:55:39.022" v="696" actId="21"/>
          <ac:spMkLst>
            <pc:docMk/>
            <pc:sldMk cId="569699605" sldId="321"/>
            <ac:spMk id="5" creationId="{2A3BF48A-FF7D-BC6F-2197-E8806C72CFA7}"/>
          </ac:spMkLst>
        </pc:spChg>
        <pc:spChg chg="add mod">
          <ac:chgData name="Priya Dharshini R 24BAD092" userId="13037c0b-b15b-4cd0-8a6e-159e82437bdc" providerId="ADAL" clId="{CAA1D905-A25D-470E-AD02-243A6EE8E8A2}" dt="2026-08-27T06:53:39.398" v="1383" actId="1076"/>
          <ac:spMkLst>
            <pc:docMk/>
            <pc:sldMk cId="569699605" sldId="321"/>
            <ac:spMk id="7" creationId="{8EC7FC4F-84E8-5512-2A50-67E01300A015}"/>
          </ac:spMkLst>
        </pc:spChg>
        <pc:spChg chg="add mod">
          <ac:chgData name="Priya Dharshini R 24BAD092" userId="13037c0b-b15b-4cd0-8a6e-159e82437bdc" providerId="ADAL" clId="{CAA1D905-A25D-470E-AD02-243A6EE8E8A2}" dt="2026-08-27T06:54:12.341" v="1390" actId="1076"/>
          <ac:spMkLst>
            <pc:docMk/>
            <pc:sldMk cId="569699605" sldId="321"/>
            <ac:spMk id="10" creationId="{769FA3DB-21FF-5215-7038-B19CCAED14C8}"/>
          </ac:spMkLst>
        </pc:spChg>
        <pc:graphicFrameChg chg="add mod">
          <ac:chgData name="Priya Dharshini R 24BAD092" userId="13037c0b-b15b-4cd0-8a6e-159e82437bdc" providerId="ADAL" clId="{CAA1D905-A25D-470E-AD02-243A6EE8E8A2}" dt="2026-08-26T17:55:28.460" v="694"/>
          <ac:graphicFrameMkLst>
            <pc:docMk/>
            <pc:sldMk cId="569699605" sldId="321"/>
            <ac:graphicFrameMk id="6" creationId="{F557C699-2DDB-AEBC-5594-A3F29CA0B36D}"/>
          </ac:graphicFrameMkLst>
        </pc:graphicFrameChg>
        <pc:graphicFrameChg chg="del mod">
          <ac:chgData name="Priya Dharshini R 24BAD092" userId="13037c0b-b15b-4cd0-8a6e-159e82437bdc" providerId="ADAL" clId="{CAA1D905-A25D-470E-AD02-243A6EE8E8A2}" dt="2026-08-26T17:55:26.631" v="693" actId="21"/>
          <ac:graphicFrameMkLst>
            <pc:docMk/>
            <pc:sldMk cId="569699605" sldId="321"/>
            <ac:graphicFrameMk id="8" creationId="{F557C699-2DDB-AEBC-5594-A3F29CA0B36D}"/>
          </ac:graphicFrameMkLst>
        </pc:graphicFrameChg>
        <pc:graphicFrameChg chg="add mod modGraphic">
          <ac:chgData name="Priya Dharshini R 24BAD092" userId="13037c0b-b15b-4cd0-8a6e-159e82437bdc" providerId="ADAL" clId="{CAA1D905-A25D-470E-AD02-243A6EE8E8A2}" dt="2026-08-27T06:54:20.262" v="1391" actId="1076"/>
          <ac:graphicFrameMkLst>
            <pc:docMk/>
            <pc:sldMk cId="569699605" sldId="321"/>
            <ac:graphicFrameMk id="9" creationId="{68C879A6-A556-2034-B464-B8B17E6E23CE}"/>
          </ac:graphicFrameMkLst>
        </pc:graphicFrameChg>
        <pc:picChg chg="add del mod">
          <ac:chgData name="Priya Dharshini R 24BAD092" userId="13037c0b-b15b-4cd0-8a6e-159e82437bdc" providerId="ADAL" clId="{CAA1D905-A25D-470E-AD02-243A6EE8E8A2}" dt="2026-08-27T08:49:47.714" v="1527" actId="478"/>
          <ac:picMkLst>
            <pc:docMk/>
            <pc:sldMk cId="569699605" sldId="321"/>
            <ac:picMk id="3" creationId="{E2AA3775-AA67-160A-B6A4-EE1BB62EA201}"/>
          </ac:picMkLst>
        </pc:picChg>
        <pc:picChg chg="del">
          <ac:chgData name="Priya Dharshini R 24BAD092" userId="13037c0b-b15b-4cd0-8a6e-159e82437bdc" providerId="ADAL" clId="{CAA1D905-A25D-470E-AD02-243A6EE8E8A2}" dt="2026-08-26T17:31:09.995" v="481"/>
          <ac:picMkLst>
            <pc:docMk/>
            <pc:sldMk cId="569699605" sldId="321"/>
            <ac:picMk id="4" creationId="{0A121B2B-0F53-066E-7AFF-583E73693041}"/>
          </ac:picMkLst>
        </pc:pic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569699605" sldId="321"/>
            <ac:picMk id="4" creationId="{1513FB3B-CBDC-A5EA-C203-4C875ADFBAB0}"/>
          </ac:picMkLst>
        </pc:picChg>
        <pc:picChg chg="add del mod ord">
          <ac:chgData name="Priya Dharshini R 24BAD092" userId="13037c0b-b15b-4cd0-8a6e-159e82437bdc" providerId="ADAL" clId="{CAA1D905-A25D-470E-AD02-243A6EE8E8A2}" dt="2026-08-27T08:47:04.878" v="1517"/>
          <ac:picMkLst>
            <pc:docMk/>
            <pc:sldMk cId="569699605" sldId="321"/>
            <ac:picMk id="5" creationId="{2B884FF2-3261-279F-A13B-859D825B1024}"/>
          </ac:picMkLst>
        </pc:picChg>
        <pc:picChg chg="add del mod">
          <ac:chgData name="Priya Dharshini R 24BAD092" userId="13037c0b-b15b-4cd0-8a6e-159e82437bdc" providerId="ADAL" clId="{CAA1D905-A25D-470E-AD02-243A6EE8E8A2}" dt="2026-08-27T09:36:49.659" v="1575" actId="478"/>
          <ac:picMkLst>
            <pc:docMk/>
            <pc:sldMk cId="569699605" sldId="321"/>
            <ac:picMk id="15" creationId="{E636DF55-9C04-B4F3-195C-0838053214BE}"/>
          </ac:picMkLst>
        </pc:picChg>
      </pc:sldChg>
      <pc:sldChg chg="addSp delSp modSp mod ord modTransition modAnim">
        <pc:chgData name="Priya Dharshini R 24BAD092" userId="13037c0b-b15b-4cd0-8a6e-159e82437bdc" providerId="ADAL" clId="{CAA1D905-A25D-470E-AD02-243A6EE8E8A2}" dt="2026-08-27T09:37:44.154" v="1588" actId="478"/>
        <pc:sldMkLst>
          <pc:docMk/>
          <pc:sldMk cId="1517447069" sldId="322"/>
        </pc:sldMkLst>
        <pc:spChg chg="mod">
          <ac:chgData name="Priya Dharshini R 24BAD092" userId="13037c0b-b15b-4cd0-8a6e-159e82437bdc" providerId="ADAL" clId="{CAA1D905-A25D-470E-AD02-243A6EE8E8A2}" dt="2026-08-27T06:48:18.072" v="1344" actId="1076"/>
          <ac:spMkLst>
            <pc:docMk/>
            <pc:sldMk cId="1517447069" sldId="322"/>
            <ac:spMk id="2" creationId="{56FEAA13-E02F-EB47-E510-E3F48A95F847}"/>
          </ac:spMkLst>
        </pc:spChg>
        <pc:spChg chg="del mod">
          <ac:chgData name="Priya Dharshini R 24BAD092" userId="13037c0b-b15b-4cd0-8a6e-159e82437bdc" providerId="ADAL" clId="{CAA1D905-A25D-470E-AD02-243A6EE8E8A2}" dt="2026-08-26T18:29:18.204" v="904" actId="21"/>
          <ac:spMkLst>
            <pc:docMk/>
            <pc:sldMk cId="1517447069" sldId="322"/>
            <ac:spMk id="3" creationId="{05E26637-007F-EC9E-F644-AAFBA0900F3C}"/>
          </ac:spMkLst>
        </pc:spChg>
        <pc:spChg chg="add del mod">
          <ac:chgData name="Priya Dharshini R 24BAD092" userId="13037c0b-b15b-4cd0-8a6e-159e82437bdc" providerId="ADAL" clId="{CAA1D905-A25D-470E-AD02-243A6EE8E8A2}" dt="2026-08-27T06:48:19.345" v="1346"/>
          <ac:spMkLst>
            <pc:docMk/>
            <pc:sldMk cId="1517447069" sldId="322"/>
            <ac:spMk id="3" creationId="{C643264E-B2CC-6010-C8EB-8336150ADF69}"/>
          </ac:spMkLst>
        </pc:spChg>
        <pc:spChg chg="add del">
          <ac:chgData name="Priya Dharshini R 24BAD092" userId="13037c0b-b15b-4cd0-8a6e-159e82437bdc" providerId="ADAL" clId="{CAA1D905-A25D-470E-AD02-243A6EE8E8A2}" dt="2026-08-26T17:57:09.062" v="706" actId="22"/>
          <ac:spMkLst>
            <pc:docMk/>
            <pc:sldMk cId="1517447069" sldId="322"/>
            <ac:spMk id="6" creationId="{73C8A835-1F11-FF95-DF58-4A167FC42098}"/>
          </ac:spMkLst>
        </pc:sp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1517447069" sldId="322"/>
            <ac:picMk id="4" creationId="{E31D969B-F704-A358-0576-08474ACF3E97}"/>
          </ac:picMkLst>
        </pc:picChg>
        <pc:picChg chg="del">
          <ac:chgData name="Priya Dharshini R 24BAD092" userId="13037c0b-b15b-4cd0-8a6e-159e82437bdc" providerId="ADAL" clId="{CAA1D905-A25D-470E-AD02-243A6EE8E8A2}" dt="2026-08-26T17:31:09.995" v="481"/>
          <ac:picMkLst>
            <pc:docMk/>
            <pc:sldMk cId="1517447069" sldId="322"/>
            <ac:picMk id="5" creationId="{7D4E9FF5-036A-2AA7-EF7E-92C6E7A97F23}"/>
          </ac:picMkLst>
        </pc:picChg>
        <pc:picChg chg="add del mod ord">
          <ac:chgData name="Priya Dharshini R 24BAD092" userId="13037c0b-b15b-4cd0-8a6e-159e82437bdc" providerId="ADAL" clId="{CAA1D905-A25D-470E-AD02-243A6EE8E8A2}" dt="2026-08-27T09:37:44.154" v="1588" actId="478"/>
          <ac:picMkLst>
            <pc:docMk/>
            <pc:sldMk cId="1517447069" sldId="322"/>
            <ac:picMk id="5" creationId="{CFE0DBE8-149D-35A3-8F1C-E0730CF4A1FE}"/>
          </ac:picMkLst>
        </pc:picChg>
      </pc:sldChg>
      <pc:sldChg chg="addSp delSp modSp new mod modTransition modAnim">
        <pc:chgData name="Priya Dharshini R 24BAD092" userId="13037c0b-b15b-4cd0-8a6e-159e82437bdc" providerId="ADAL" clId="{CAA1D905-A25D-470E-AD02-243A6EE8E8A2}" dt="2026-08-27T09:36:53.186" v="1576" actId="478"/>
        <pc:sldMkLst>
          <pc:docMk/>
          <pc:sldMk cId="3783579498" sldId="323"/>
        </pc:sldMkLst>
        <pc:spChg chg="del">
          <ac:chgData name="Priya Dharshini R 24BAD092" userId="13037c0b-b15b-4cd0-8a6e-159e82437bdc" providerId="ADAL" clId="{CAA1D905-A25D-470E-AD02-243A6EE8E8A2}" dt="2026-08-27T05:46:34.753" v="1080" actId="478"/>
          <ac:spMkLst>
            <pc:docMk/>
            <pc:sldMk cId="3783579498" sldId="323"/>
            <ac:spMk id="2" creationId="{365178CF-4FCA-B226-F3ED-70AD2D82426B}"/>
          </ac:spMkLst>
        </pc:spChg>
        <pc:spChg chg="del">
          <ac:chgData name="Priya Dharshini R 24BAD092" userId="13037c0b-b15b-4cd0-8a6e-159e82437bdc" providerId="ADAL" clId="{CAA1D905-A25D-470E-AD02-243A6EE8E8A2}" dt="2026-08-26T18:02:27.493" v="736" actId="22"/>
          <ac:spMkLst>
            <pc:docMk/>
            <pc:sldMk cId="3783579498" sldId="323"/>
            <ac:spMk id="3" creationId="{3E7625F0-9D18-5A05-7F57-1076D1618CD9}"/>
          </ac:spMkLst>
        </pc:spChg>
        <pc:spChg chg="del">
          <ac:chgData name="Priya Dharshini R 24BAD092" userId="13037c0b-b15b-4cd0-8a6e-159e82437bdc" providerId="ADAL" clId="{CAA1D905-A25D-470E-AD02-243A6EE8E8A2}" dt="2026-08-26T18:02:43.688" v="737" actId="22"/>
          <ac:spMkLst>
            <pc:docMk/>
            <pc:sldMk cId="3783579498" sldId="323"/>
            <ac:spMk id="4" creationId="{C630D91C-2984-E73C-8DEB-5857187346DA}"/>
          </ac:spMkLst>
        </pc:spChg>
        <pc:spChg chg="del">
          <ac:chgData name="Priya Dharshini R 24BAD092" userId="13037c0b-b15b-4cd0-8a6e-159e82437bdc" providerId="ADAL" clId="{CAA1D905-A25D-470E-AD02-243A6EE8E8A2}" dt="2026-08-27T07:00:18.092" v="1425" actId="478"/>
          <ac:spMkLst>
            <pc:docMk/>
            <pc:sldMk cId="3783579498" sldId="323"/>
            <ac:spMk id="5" creationId="{EE93E54F-B48A-54C5-4EAD-9BAB4A13E5C6}"/>
          </ac:spMkLst>
        </pc:spChg>
        <pc:spChg chg="add del mod">
          <ac:chgData name="Priya Dharshini R 24BAD092" userId="13037c0b-b15b-4cd0-8a6e-159e82437bdc" providerId="ADAL" clId="{CAA1D905-A25D-470E-AD02-243A6EE8E8A2}" dt="2026-08-26T18:04:16.977" v="741" actId="22"/>
          <ac:spMkLst>
            <pc:docMk/>
            <pc:sldMk cId="3783579498" sldId="323"/>
            <ac:spMk id="11" creationId="{2CFFBFC4-DE11-B6E7-88E6-2D671EFA8CA2}"/>
          </ac:spMkLst>
        </pc:spChg>
        <pc:spChg chg="add del mod">
          <ac:chgData name="Priya Dharshini R 24BAD092" userId="13037c0b-b15b-4cd0-8a6e-159e82437bdc" providerId="ADAL" clId="{CAA1D905-A25D-470E-AD02-243A6EE8E8A2}" dt="2026-08-26T18:03:39.147" v="740" actId="22"/>
          <ac:spMkLst>
            <pc:docMk/>
            <pc:sldMk cId="3783579498" sldId="323"/>
            <ac:spMk id="13" creationId="{5ECF302D-6DE2-8214-6696-C31A5CD58847}"/>
          </ac:spMkLst>
        </pc:sp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3783579498" sldId="323"/>
            <ac:picMk id="3" creationId="{130AB352-3AC1-7F99-2D82-D7B5F3A3835F}"/>
          </ac:picMkLst>
        </pc:picChg>
        <pc:picChg chg="add del mod ord">
          <ac:chgData name="Priya Dharshini R 24BAD092" userId="13037c0b-b15b-4cd0-8a6e-159e82437bdc" providerId="ADAL" clId="{CAA1D905-A25D-470E-AD02-243A6EE8E8A2}" dt="2026-08-27T08:48:13.388" v="1518" actId="478"/>
          <ac:picMkLst>
            <pc:docMk/>
            <pc:sldMk cId="3783579498" sldId="323"/>
            <ac:picMk id="4" creationId="{167925BB-6603-DBC0-D3A2-4F014EAF379C}"/>
          </ac:picMkLst>
        </pc:picChg>
        <pc:picChg chg="add del mod ord">
          <ac:chgData name="Priya Dharshini R 24BAD092" userId="13037c0b-b15b-4cd0-8a6e-159e82437bdc" providerId="ADAL" clId="{CAA1D905-A25D-470E-AD02-243A6EE8E8A2}" dt="2026-08-26T18:03:11.111" v="739" actId="478"/>
          <ac:picMkLst>
            <pc:docMk/>
            <pc:sldMk cId="3783579498" sldId="323"/>
            <ac:picMk id="7" creationId="{DC2C522F-D85C-6EDB-8A9E-C1F68E5EB5DF}"/>
          </ac:picMkLst>
        </pc:picChg>
        <pc:picChg chg="add del mod ord">
          <ac:chgData name="Priya Dharshini R 24BAD092" userId="13037c0b-b15b-4cd0-8a6e-159e82437bdc" providerId="ADAL" clId="{CAA1D905-A25D-470E-AD02-243A6EE8E8A2}" dt="2026-08-26T18:03:09.459" v="738" actId="478"/>
          <ac:picMkLst>
            <pc:docMk/>
            <pc:sldMk cId="3783579498" sldId="323"/>
            <ac:picMk id="9" creationId="{D6A2032C-DDE7-437B-AFE6-F9E61318DCF6}"/>
          </ac:picMkLst>
        </pc:picChg>
        <pc:picChg chg="add del mod">
          <ac:chgData name="Priya Dharshini R 24BAD092" userId="13037c0b-b15b-4cd0-8a6e-159e82437bdc" providerId="ADAL" clId="{CAA1D905-A25D-470E-AD02-243A6EE8E8A2}" dt="2026-08-27T09:36:53.186" v="1576" actId="478"/>
          <ac:picMkLst>
            <pc:docMk/>
            <pc:sldMk cId="3783579498" sldId="323"/>
            <ac:picMk id="10" creationId="{3614453D-8274-F8A5-9663-3FCEE51D3DDB}"/>
          </ac:picMkLst>
        </pc:picChg>
        <pc:picChg chg="add mod ord">
          <ac:chgData name="Priya Dharshini R 24BAD092" userId="13037c0b-b15b-4cd0-8a6e-159e82437bdc" providerId="ADAL" clId="{CAA1D905-A25D-470E-AD02-243A6EE8E8A2}" dt="2026-08-27T06:54:25.822" v="1392" actId="14100"/>
          <ac:picMkLst>
            <pc:docMk/>
            <pc:sldMk cId="3783579498" sldId="323"/>
            <ac:picMk id="15" creationId="{8D63F88B-B67C-99E4-7E5B-B9C50F594B33}"/>
          </ac:picMkLst>
        </pc:picChg>
        <pc:picChg chg="add mod ord">
          <ac:chgData name="Priya Dharshini R 24BAD092" userId="13037c0b-b15b-4cd0-8a6e-159e82437bdc" providerId="ADAL" clId="{CAA1D905-A25D-470E-AD02-243A6EE8E8A2}" dt="2026-08-27T06:54:30.349" v="1393" actId="1076"/>
          <ac:picMkLst>
            <pc:docMk/>
            <pc:sldMk cId="3783579498" sldId="323"/>
            <ac:picMk id="17" creationId="{C9EF22A7-8248-A04E-CB3E-8FA7B5B5E25E}"/>
          </ac:picMkLst>
        </pc:picChg>
      </pc:sldChg>
      <pc:sldChg chg="addSp delSp modSp new mod ord modTransition delAnim modAnim">
        <pc:chgData name="Priya Dharshini R 24BAD092" userId="13037c0b-b15b-4cd0-8a6e-159e82437bdc" providerId="ADAL" clId="{CAA1D905-A25D-470E-AD02-243A6EE8E8A2}" dt="2026-08-27T09:36:45.280" v="1574" actId="478"/>
        <pc:sldMkLst>
          <pc:docMk/>
          <pc:sldMk cId="485820805" sldId="324"/>
        </pc:sldMkLst>
        <pc:spChg chg="del">
          <ac:chgData name="Priya Dharshini R 24BAD092" userId="13037c0b-b15b-4cd0-8a6e-159e82437bdc" providerId="ADAL" clId="{CAA1D905-A25D-470E-AD02-243A6EE8E8A2}" dt="2026-08-26T17:58:13.429" v="713" actId="21"/>
          <ac:spMkLst>
            <pc:docMk/>
            <pc:sldMk cId="485820805" sldId="324"/>
            <ac:spMk id="2" creationId="{37EA44C0-5491-1CFC-B802-A5A74A4FADAA}"/>
          </ac:spMkLst>
        </pc:spChg>
        <pc:spChg chg="del">
          <ac:chgData name="Priya Dharshini R 24BAD092" userId="13037c0b-b15b-4cd0-8a6e-159e82437bdc" providerId="ADAL" clId="{CAA1D905-A25D-470E-AD02-243A6EE8E8A2}" dt="2026-08-26T17:58:18.268" v="714" actId="21"/>
          <ac:spMkLst>
            <pc:docMk/>
            <pc:sldMk cId="485820805" sldId="324"/>
            <ac:spMk id="3" creationId="{2D760CF6-4F42-794F-4F5E-46065F9FB304}"/>
          </ac:spMkLst>
        </pc:spChg>
        <pc:spChg chg="del mod">
          <ac:chgData name="Priya Dharshini R 24BAD092" userId="13037c0b-b15b-4cd0-8a6e-159e82437bdc" providerId="ADAL" clId="{CAA1D905-A25D-470E-AD02-243A6EE8E8A2}" dt="2026-08-27T07:00:10.492" v="1424" actId="478"/>
          <ac:spMkLst>
            <pc:docMk/>
            <pc:sldMk cId="485820805" sldId="324"/>
            <ac:spMk id="4" creationId="{01B6C736-ABCD-FE52-90CF-190FBB1B41D0}"/>
          </ac:spMkLst>
        </pc:spChg>
        <pc:spChg chg="add del mod">
          <ac:chgData name="Priya Dharshini R 24BAD092" userId="13037c0b-b15b-4cd0-8a6e-159e82437bdc" providerId="ADAL" clId="{CAA1D905-A25D-470E-AD02-243A6EE8E8A2}" dt="2026-08-26T17:59:25.593" v="726" actId="767"/>
          <ac:spMkLst>
            <pc:docMk/>
            <pc:sldMk cId="485820805" sldId="324"/>
            <ac:spMk id="7" creationId="{F3AE9740-C6D4-E930-2F38-71EC39DEA757}"/>
          </ac:spMkLst>
        </pc:spChg>
        <pc:graphicFrameChg chg="add mod">
          <ac:chgData name="Priya Dharshini R 24BAD092" userId="13037c0b-b15b-4cd0-8a6e-159e82437bdc" providerId="ADAL" clId="{CAA1D905-A25D-470E-AD02-243A6EE8E8A2}" dt="2026-08-26T17:59:14.217" v="720"/>
          <ac:graphicFrameMkLst>
            <pc:docMk/>
            <pc:sldMk cId="485820805" sldId="324"/>
            <ac:graphicFrameMk id="8" creationId="{D36D2A3A-0314-F5A5-050C-F5627DDCB80A}"/>
          </ac:graphicFrameMkLst>
        </pc:graphicFrameChg>
        <pc:picChg chg="add del mod">
          <ac:chgData name="Priya Dharshini R 24BAD092" userId="13037c0b-b15b-4cd0-8a6e-159e82437bdc" providerId="ADAL" clId="{CAA1D905-A25D-470E-AD02-243A6EE8E8A2}" dt="2026-08-27T08:49:44.154" v="1526" actId="478"/>
          <ac:picMkLst>
            <pc:docMk/>
            <pc:sldMk cId="485820805" sldId="324"/>
            <ac:picMk id="2" creationId="{BC55909C-B950-EB41-38A9-49202C0B277A}"/>
          </ac:picMkLst>
        </pc:pic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485820805" sldId="324"/>
            <ac:picMk id="3" creationId="{BED34E44-4E5E-97BF-6595-4DD8636F8882}"/>
          </ac:picMkLst>
        </pc:picChg>
        <pc:picChg chg="add del mod ord">
          <ac:chgData name="Priya Dharshini R 24BAD092" userId="13037c0b-b15b-4cd0-8a6e-159e82437bdc" providerId="ADAL" clId="{CAA1D905-A25D-470E-AD02-243A6EE8E8A2}" dt="2026-08-27T08:47:04.878" v="1517"/>
          <ac:picMkLst>
            <pc:docMk/>
            <pc:sldMk cId="485820805" sldId="324"/>
            <ac:picMk id="4" creationId="{A21C3955-3245-1A87-7F27-C2943A9E08A5}"/>
          </ac:picMkLst>
        </pc:picChg>
        <pc:picChg chg="add del mod">
          <ac:chgData name="Priya Dharshini R 24BAD092" userId="13037c0b-b15b-4cd0-8a6e-159e82437bdc" providerId="ADAL" clId="{CAA1D905-A25D-470E-AD02-243A6EE8E8A2}" dt="2026-08-27T05:42:50.582" v="1044" actId="1076"/>
          <ac:picMkLst>
            <pc:docMk/>
            <pc:sldMk cId="485820805" sldId="324"/>
            <ac:picMk id="6" creationId="{243A718A-2BE4-A91E-98A6-A939BE57B9E0}"/>
          </ac:picMkLst>
        </pc:picChg>
        <pc:picChg chg="add del mod">
          <ac:chgData name="Priya Dharshini R 24BAD092" userId="13037c0b-b15b-4cd0-8a6e-159e82437bdc" providerId="ADAL" clId="{CAA1D905-A25D-470E-AD02-243A6EE8E8A2}" dt="2026-08-27T09:36:45.280" v="1574" actId="478"/>
          <ac:picMkLst>
            <pc:docMk/>
            <pc:sldMk cId="485820805" sldId="324"/>
            <ac:picMk id="12" creationId="{E093FE3C-6ED3-5853-D89E-B782EDFF7EF2}"/>
          </ac:picMkLst>
        </pc:picChg>
      </pc:sldChg>
      <pc:sldChg chg="new del">
        <pc:chgData name="Priya Dharshini R 24BAD092" userId="13037c0b-b15b-4cd0-8a6e-159e82437bdc" providerId="ADAL" clId="{CAA1D905-A25D-470E-AD02-243A6EE8E8A2}" dt="2026-08-26T17:57:55.049" v="708" actId="680"/>
        <pc:sldMkLst>
          <pc:docMk/>
          <pc:sldMk cId="3610901437" sldId="324"/>
        </pc:sldMkLst>
      </pc:sldChg>
      <pc:sldChg chg="addSp delSp modSp new mod modTransition modAnim">
        <pc:chgData name="Priya Dharshini R 24BAD092" userId="13037c0b-b15b-4cd0-8a6e-159e82437bdc" providerId="ADAL" clId="{CAA1D905-A25D-470E-AD02-243A6EE8E8A2}" dt="2026-08-27T09:36:57.482" v="1577" actId="478"/>
        <pc:sldMkLst>
          <pc:docMk/>
          <pc:sldMk cId="842734540" sldId="325"/>
        </pc:sldMkLst>
        <pc:spChg chg="del">
          <ac:chgData name="Priya Dharshini R 24BAD092" userId="13037c0b-b15b-4cd0-8a6e-159e82437bdc" providerId="ADAL" clId="{CAA1D905-A25D-470E-AD02-243A6EE8E8A2}" dt="2026-08-27T05:47:38.194" v="1096" actId="478"/>
          <ac:spMkLst>
            <pc:docMk/>
            <pc:sldMk cId="842734540" sldId="325"/>
            <ac:spMk id="2" creationId="{AE35A351-2AA5-0AFE-FFEE-8CF88F5F2F57}"/>
          </ac:spMkLst>
        </pc:spChg>
        <pc:spChg chg="del mod">
          <ac:chgData name="Priya Dharshini R 24BAD092" userId="13037c0b-b15b-4cd0-8a6e-159e82437bdc" providerId="ADAL" clId="{CAA1D905-A25D-470E-AD02-243A6EE8E8A2}" dt="2026-08-26T18:04:48.786" v="744" actId="22"/>
          <ac:spMkLst>
            <pc:docMk/>
            <pc:sldMk cId="842734540" sldId="325"/>
            <ac:spMk id="3" creationId="{144DF762-F5FB-B8A9-095E-008BA0D4D79F}"/>
          </ac:spMkLst>
        </pc:spChg>
        <pc:spChg chg="del">
          <ac:chgData name="Priya Dharshini R 24BAD092" userId="13037c0b-b15b-4cd0-8a6e-159e82437bdc" providerId="ADAL" clId="{CAA1D905-A25D-470E-AD02-243A6EE8E8A2}" dt="2026-08-26T18:05:42.620" v="745" actId="22"/>
          <ac:spMkLst>
            <pc:docMk/>
            <pc:sldMk cId="842734540" sldId="325"/>
            <ac:spMk id="4" creationId="{B6B170C1-9733-1932-2788-F64FD0D2E392}"/>
          </ac:spMkLst>
        </pc:spChg>
        <pc:spChg chg="del">
          <ac:chgData name="Priya Dharshini R 24BAD092" userId="13037c0b-b15b-4cd0-8a6e-159e82437bdc" providerId="ADAL" clId="{CAA1D905-A25D-470E-AD02-243A6EE8E8A2}" dt="2026-08-27T07:00:23.205" v="1426" actId="478"/>
          <ac:spMkLst>
            <pc:docMk/>
            <pc:sldMk cId="842734540" sldId="325"/>
            <ac:spMk id="5" creationId="{D5D1C250-9D87-4DD5-3374-33DF33187F5B}"/>
          </ac:spMkLst>
        </pc:spChg>
        <pc:spChg chg="add del mod">
          <ac:chgData name="Priya Dharshini R 24BAD092" userId="13037c0b-b15b-4cd0-8a6e-159e82437bdc" providerId="ADAL" clId="{CAA1D905-A25D-470E-AD02-243A6EE8E8A2}" dt="2026-08-27T05:47:42.731" v="1098" actId="478"/>
          <ac:spMkLst>
            <pc:docMk/>
            <pc:sldMk cId="842734540" sldId="325"/>
            <ac:spMk id="11" creationId="{1BC0C750-7B70-93E8-BF43-B7E39F383EFA}"/>
          </ac:spMkLst>
        </pc:sp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842734540" sldId="325"/>
            <ac:picMk id="3" creationId="{913D5148-5D3C-46DC-9F7C-558DA932AC47}"/>
          </ac:picMkLst>
        </pc:picChg>
        <pc:picChg chg="add del mod ord">
          <ac:chgData name="Priya Dharshini R 24BAD092" userId="13037c0b-b15b-4cd0-8a6e-159e82437bdc" providerId="ADAL" clId="{CAA1D905-A25D-470E-AD02-243A6EE8E8A2}" dt="2026-08-27T09:36:57.482" v="1577" actId="478"/>
          <ac:picMkLst>
            <pc:docMk/>
            <pc:sldMk cId="842734540" sldId="325"/>
            <ac:picMk id="4" creationId="{CAD641CD-B2E4-E570-EC2A-C46B73926B6C}"/>
          </ac:picMkLst>
        </pc:picChg>
        <pc:picChg chg="add mod ord">
          <ac:chgData name="Priya Dharshini R 24BAD092" userId="13037c0b-b15b-4cd0-8a6e-159e82437bdc" providerId="ADAL" clId="{CAA1D905-A25D-470E-AD02-243A6EE8E8A2}" dt="2026-08-27T05:48:17.683" v="1107" actId="1076"/>
          <ac:picMkLst>
            <pc:docMk/>
            <pc:sldMk cId="842734540" sldId="325"/>
            <ac:picMk id="7" creationId="{CA722783-1AE5-3FC3-2712-6C45CC160F1F}"/>
          </ac:picMkLst>
        </pc:picChg>
        <pc:picChg chg="add del mod ord">
          <ac:chgData name="Priya Dharshini R 24BAD092" userId="13037c0b-b15b-4cd0-8a6e-159e82437bdc" providerId="ADAL" clId="{CAA1D905-A25D-470E-AD02-243A6EE8E8A2}" dt="2026-08-26T18:33:55.931" v="906" actId="478"/>
          <ac:picMkLst>
            <pc:docMk/>
            <pc:sldMk cId="842734540" sldId="325"/>
            <ac:picMk id="9" creationId="{622E58EC-65F0-CB9E-F85F-D0E87F5617A8}"/>
          </ac:picMkLst>
        </pc:picChg>
      </pc:sldChg>
      <pc:sldChg chg="addSp delSp modSp new mod ord modTransition modAnim">
        <pc:chgData name="Priya Dharshini R 24BAD092" userId="13037c0b-b15b-4cd0-8a6e-159e82437bdc" providerId="ADAL" clId="{CAA1D905-A25D-470E-AD02-243A6EE8E8A2}" dt="2026-08-27T09:37:01.789" v="1578" actId="478"/>
        <pc:sldMkLst>
          <pc:docMk/>
          <pc:sldMk cId="949812191" sldId="326"/>
        </pc:sldMkLst>
        <pc:spChg chg="mod">
          <ac:chgData name="Priya Dharshini R 24BAD092" userId="13037c0b-b15b-4cd0-8a6e-159e82437bdc" providerId="ADAL" clId="{CAA1D905-A25D-470E-AD02-243A6EE8E8A2}" dt="2026-08-27T06:54:47.719" v="1394" actId="255"/>
          <ac:spMkLst>
            <pc:docMk/>
            <pc:sldMk cId="949812191" sldId="326"/>
            <ac:spMk id="2" creationId="{B634B248-DB2A-D342-2D41-00C128AF6C00}"/>
          </ac:spMkLst>
        </pc:spChg>
        <pc:spChg chg="mod">
          <ac:chgData name="Priya Dharshini R 24BAD092" userId="13037c0b-b15b-4cd0-8a6e-159e82437bdc" providerId="ADAL" clId="{CAA1D905-A25D-470E-AD02-243A6EE8E8A2}" dt="2026-08-27T06:55:16.506" v="1397" actId="14100"/>
          <ac:spMkLst>
            <pc:docMk/>
            <pc:sldMk cId="949812191" sldId="326"/>
            <ac:spMk id="3" creationId="{C87405FB-44BE-D7A1-5913-EE2CA44C54BD}"/>
          </ac:spMkLst>
        </pc:spChg>
        <pc:spChg chg="del">
          <ac:chgData name="Priya Dharshini R 24BAD092" userId="13037c0b-b15b-4cd0-8a6e-159e82437bdc" providerId="ADAL" clId="{CAA1D905-A25D-470E-AD02-243A6EE8E8A2}" dt="2026-08-26T18:11:48.873" v="763" actId="21"/>
          <ac:spMkLst>
            <pc:docMk/>
            <pc:sldMk cId="949812191" sldId="326"/>
            <ac:spMk id="4" creationId="{DE33159D-401B-1E2F-8B07-E59254887F17}"/>
          </ac:spMkLst>
        </pc:sp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949812191" sldId="326"/>
            <ac:picMk id="5" creationId="{C67C377D-76A0-DB2B-183B-489562A07CD9}"/>
          </ac:picMkLst>
        </pc:picChg>
        <pc:picChg chg="add mod">
          <ac:chgData name="Priya Dharshini R 24BAD092" userId="13037c0b-b15b-4cd0-8a6e-159e82437bdc" providerId="ADAL" clId="{CAA1D905-A25D-470E-AD02-243A6EE8E8A2}" dt="2026-08-27T06:55:18.381" v="1398" actId="1076"/>
          <ac:picMkLst>
            <pc:docMk/>
            <pc:sldMk cId="949812191" sldId="326"/>
            <ac:picMk id="6" creationId="{15AA3968-ED9B-E2B8-B877-28B20C764F2B}"/>
          </ac:picMkLst>
        </pc:picChg>
        <pc:picChg chg="add del mod ord">
          <ac:chgData name="Priya Dharshini R 24BAD092" userId="13037c0b-b15b-4cd0-8a6e-159e82437bdc" providerId="ADAL" clId="{CAA1D905-A25D-470E-AD02-243A6EE8E8A2}" dt="2026-08-27T09:37:01.789" v="1578" actId="478"/>
          <ac:picMkLst>
            <pc:docMk/>
            <pc:sldMk cId="949812191" sldId="326"/>
            <ac:picMk id="7" creationId="{DAAFD1D9-D751-3F1F-5968-D241D543F77A}"/>
          </ac:picMkLst>
        </pc:picChg>
      </pc:sldChg>
      <pc:sldChg chg="addSp delSp modSp new mod modTransition modAnim">
        <pc:chgData name="Priya Dharshini R 24BAD092" userId="13037c0b-b15b-4cd0-8a6e-159e82437bdc" providerId="ADAL" clId="{CAA1D905-A25D-470E-AD02-243A6EE8E8A2}" dt="2026-08-27T09:37:07.728" v="1579" actId="478"/>
        <pc:sldMkLst>
          <pc:docMk/>
          <pc:sldMk cId="2595005466" sldId="327"/>
        </pc:sldMkLst>
        <pc:spChg chg="mod">
          <ac:chgData name="Priya Dharshini R 24BAD092" userId="13037c0b-b15b-4cd0-8a6e-159e82437bdc" providerId="ADAL" clId="{CAA1D905-A25D-470E-AD02-243A6EE8E8A2}" dt="2026-08-27T06:55:31.941" v="1399" actId="255"/>
          <ac:spMkLst>
            <pc:docMk/>
            <pc:sldMk cId="2595005466" sldId="327"/>
            <ac:spMk id="2" creationId="{C9D7D930-1C5B-B0D0-B124-0B7CBE0AE839}"/>
          </ac:spMkLst>
        </pc:spChg>
        <pc:spChg chg="mod">
          <ac:chgData name="Priya Dharshini R 24BAD092" userId="13037c0b-b15b-4cd0-8a6e-159e82437bdc" providerId="ADAL" clId="{CAA1D905-A25D-470E-AD02-243A6EE8E8A2}" dt="2026-08-27T06:38:44.262" v="1245" actId="2710"/>
          <ac:spMkLst>
            <pc:docMk/>
            <pc:sldMk cId="2595005466" sldId="327"/>
            <ac:spMk id="3" creationId="{C31B092D-AE34-C470-D5F9-4CEAE72E1D2E}"/>
          </ac:spMkLst>
        </pc:spChg>
        <pc:spChg chg="del">
          <ac:chgData name="Priya Dharshini R 24BAD092" userId="13037c0b-b15b-4cd0-8a6e-159e82437bdc" providerId="ADAL" clId="{CAA1D905-A25D-470E-AD02-243A6EE8E8A2}" dt="2026-08-27T06:38:02.363" v="1238" actId="21"/>
          <ac:spMkLst>
            <pc:docMk/>
            <pc:sldMk cId="2595005466" sldId="327"/>
            <ac:spMk id="4" creationId="{4CBF0532-1FE4-1B8E-68F3-8AA9EF0BAB99}"/>
          </ac:spMkLst>
        </pc:spChg>
        <pc:spChg chg="add mod">
          <ac:chgData name="Priya Dharshini R 24BAD092" userId="13037c0b-b15b-4cd0-8a6e-159e82437bdc" providerId="ADAL" clId="{CAA1D905-A25D-470E-AD02-243A6EE8E8A2}" dt="2026-08-27T06:40:42.761" v="1252" actId="1076"/>
          <ac:spMkLst>
            <pc:docMk/>
            <pc:sldMk cId="2595005466" sldId="327"/>
            <ac:spMk id="5" creationId="{3A7647F2-41EB-5DDE-5974-D05472EEBB0F}"/>
          </ac:spMkLst>
        </pc:sp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2595005466" sldId="327"/>
            <ac:picMk id="6" creationId="{B1A96C49-9FB3-0996-61CB-1D7F63D6E671}"/>
          </ac:picMkLst>
        </pc:picChg>
        <pc:picChg chg="add del mod">
          <ac:chgData name="Priya Dharshini R 24BAD092" userId="13037c0b-b15b-4cd0-8a6e-159e82437bdc" providerId="ADAL" clId="{CAA1D905-A25D-470E-AD02-243A6EE8E8A2}" dt="2026-08-26T18:34:04.706" v="907" actId="21"/>
          <ac:picMkLst>
            <pc:docMk/>
            <pc:sldMk cId="2595005466" sldId="327"/>
            <ac:picMk id="6" creationId="{D3A385C2-C233-1DAB-4500-23C421C5686B}"/>
          </ac:picMkLst>
        </pc:picChg>
        <pc:picChg chg="add del mod ord">
          <ac:chgData name="Priya Dharshini R 24BAD092" userId="13037c0b-b15b-4cd0-8a6e-159e82437bdc" providerId="ADAL" clId="{CAA1D905-A25D-470E-AD02-243A6EE8E8A2}" dt="2026-08-27T09:37:07.728" v="1579" actId="478"/>
          <ac:picMkLst>
            <pc:docMk/>
            <pc:sldMk cId="2595005466" sldId="327"/>
            <ac:picMk id="7" creationId="{0EA05123-F894-98F4-C3A1-60103B0E4691}"/>
          </ac:picMkLst>
        </pc:picChg>
        <pc:picChg chg="add mod">
          <ac:chgData name="Priya Dharshini R 24BAD092" userId="13037c0b-b15b-4cd0-8a6e-159e82437bdc" providerId="ADAL" clId="{CAA1D905-A25D-470E-AD02-243A6EE8E8A2}" dt="2026-08-26T18:17:36.038" v="786"/>
          <ac:picMkLst>
            <pc:docMk/>
            <pc:sldMk cId="2595005466" sldId="327"/>
            <ac:picMk id="7" creationId="{E18C3F79-D413-2AC1-0114-5DAFB61BA144}"/>
          </ac:picMkLst>
        </pc:picChg>
      </pc:sldChg>
      <pc:sldChg chg="addSp delSp modSp new mod modTransition modAnim">
        <pc:chgData name="Priya Dharshini R 24BAD092" userId="13037c0b-b15b-4cd0-8a6e-159e82437bdc" providerId="ADAL" clId="{CAA1D905-A25D-470E-AD02-243A6EE8E8A2}" dt="2026-08-27T09:37:19.470" v="1581" actId="478"/>
        <pc:sldMkLst>
          <pc:docMk/>
          <pc:sldMk cId="3875510660" sldId="328"/>
        </pc:sldMkLst>
        <pc:spChg chg="add del mod">
          <ac:chgData name="Priya Dharshini R 24BAD092" userId="13037c0b-b15b-4cd0-8a6e-159e82437bdc" providerId="ADAL" clId="{CAA1D905-A25D-470E-AD02-243A6EE8E8A2}" dt="2026-08-27T06:56:22.487" v="1402" actId="1076"/>
          <ac:spMkLst>
            <pc:docMk/>
            <pc:sldMk cId="3875510660" sldId="328"/>
            <ac:spMk id="2" creationId="{0794369B-7DDD-C020-7987-1F35BF3DE405}"/>
          </ac:spMkLst>
        </pc:spChg>
        <pc:spChg chg="del">
          <ac:chgData name="Priya Dharshini R 24BAD092" userId="13037c0b-b15b-4cd0-8a6e-159e82437bdc" providerId="ADAL" clId="{CAA1D905-A25D-470E-AD02-243A6EE8E8A2}" dt="2026-08-26T18:16:53.102" v="772" actId="22"/>
          <ac:spMkLst>
            <pc:docMk/>
            <pc:sldMk cId="3875510660" sldId="328"/>
            <ac:spMk id="3" creationId="{DE86BACE-4A73-C34B-37F8-E800D88C9B62}"/>
          </ac:spMkLst>
        </pc:spChg>
        <pc:spChg chg="del">
          <ac:chgData name="Priya Dharshini R 24BAD092" userId="13037c0b-b15b-4cd0-8a6e-159e82437bdc" providerId="ADAL" clId="{CAA1D905-A25D-470E-AD02-243A6EE8E8A2}" dt="2026-08-27T07:00:35.506" v="1428" actId="478"/>
          <ac:spMkLst>
            <pc:docMk/>
            <pc:sldMk cId="3875510660" sldId="328"/>
            <ac:spMk id="4" creationId="{8F407E47-A35F-7CE0-C1BB-2856BE2D1027}"/>
          </ac:spMkLst>
        </pc:spChg>
        <pc:spChg chg="add del mod">
          <ac:chgData name="Priya Dharshini R 24BAD092" userId="13037c0b-b15b-4cd0-8a6e-159e82437bdc" providerId="ADAL" clId="{CAA1D905-A25D-470E-AD02-243A6EE8E8A2}" dt="2026-08-27T06:56:34.380" v="1403" actId="255"/>
          <ac:spMkLst>
            <pc:docMk/>
            <pc:sldMk cId="3875510660" sldId="328"/>
            <ac:spMk id="8" creationId="{3A6AED4E-B560-3248-41D9-50272C239466}"/>
          </ac:spMkLst>
        </pc:spChg>
        <pc:spChg chg="add del mod">
          <ac:chgData name="Priya Dharshini R 24BAD092" userId="13037c0b-b15b-4cd0-8a6e-159e82437bdc" providerId="ADAL" clId="{CAA1D905-A25D-470E-AD02-243A6EE8E8A2}" dt="2026-08-26T18:19:27.842" v="808" actId="22"/>
          <ac:spMkLst>
            <pc:docMk/>
            <pc:sldMk cId="3875510660" sldId="328"/>
            <ac:spMk id="13" creationId="{E4D516DF-7ECB-193C-0ABD-6D93CEBFD1A7}"/>
          </ac:spMkLst>
        </pc:spChg>
        <pc:spChg chg="add del">
          <ac:chgData name="Priya Dharshini R 24BAD092" userId="13037c0b-b15b-4cd0-8a6e-159e82437bdc" providerId="ADAL" clId="{CAA1D905-A25D-470E-AD02-243A6EE8E8A2}" dt="2026-08-26T18:19:56.252" v="818" actId="22"/>
          <ac:spMkLst>
            <pc:docMk/>
            <pc:sldMk cId="3875510660" sldId="328"/>
            <ac:spMk id="16" creationId="{CDB65F41-B6E4-1436-016A-89ECFBFF422B}"/>
          </ac:spMkLst>
        </pc:spChg>
        <pc:spChg chg="add mod">
          <ac:chgData name="Priya Dharshini R 24BAD092" userId="13037c0b-b15b-4cd0-8a6e-159e82437bdc" providerId="ADAL" clId="{CAA1D905-A25D-470E-AD02-243A6EE8E8A2}" dt="2026-08-27T06:57:01.492" v="1409" actId="1076"/>
          <ac:spMkLst>
            <pc:docMk/>
            <pc:sldMk cId="3875510660" sldId="328"/>
            <ac:spMk id="18" creationId="{AABEED85-0CD5-195F-D3F1-D5CAF04C213B}"/>
          </ac:spMkLst>
        </pc:spChg>
        <pc:graphicFrameChg chg="add mod modGraphic">
          <ac:chgData name="Priya Dharshini R 24BAD092" userId="13037c0b-b15b-4cd0-8a6e-159e82437bdc" providerId="ADAL" clId="{CAA1D905-A25D-470E-AD02-243A6EE8E8A2}" dt="2026-08-26T18:19:27.338" v="807"/>
          <ac:graphicFrameMkLst>
            <pc:docMk/>
            <pc:sldMk cId="3875510660" sldId="328"/>
            <ac:graphicFrameMk id="11" creationId="{2E886EB4-3938-42C0-E1D3-535E7F19827C}"/>
          </ac:graphicFrameMkLst>
        </pc:graphicFrameChg>
        <pc:graphicFrameChg chg="add mod">
          <ac:chgData name="Priya Dharshini R 24BAD092" userId="13037c0b-b15b-4cd0-8a6e-159e82437bdc" providerId="ADAL" clId="{CAA1D905-A25D-470E-AD02-243A6EE8E8A2}" dt="2026-08-26T18:19:48.288" v="817"/>
          <ac:graphicFrameMkLst>
            <pc:docMk/>
            <pc:sldMk cId="3875510660" sldId="328"/>
            <ac:graphicFrameMk id="14" creationId="{EC2BDFD5-765D-FE33-DB5A-668139308C7A}"/>
          </ac:graphicFrameMkLst>
        </pc:graphicFrameChg>
        <pc:graphicFrameChg chg="add mod modGraphic">
          <ac:chgData name="Priya Dharshini R 24BAD092" userId="13037c0b-b15b-4cd0-8a6e-159e82437bdc" providerId="ADAL" clId="{CAA1D905-A25D-470E-AD02-243A6EE8E8A2}" dt="2026-08-27T06:56:58.105" v="1408" actId="1076"/>
          <ac:graphicFrameMkLst>
            <pc:docMk/>
            <pc:sldMk cId="3875510660" sldId="328"/>
            <ac:graphicFrameMk id="17" creationId="{D08D0776-96D3-CE5D-0284-2DC0D8DFF8AA}"/>
          </ac:graphicFrameMkLst>
        </pc:graphicFrame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3875510660" sldId="328"/>
            <ac:picMk id="4" creationId="{505FC1D1-0820-4082-FFC7-023DB4BA5207}"/>
          </ac:picMkLst>
        </pc:picChg>
        <pc:picChg chg="add del mod ord">
          <ac:chgData name="Priya Dharshini R 24BAD092" userId="13037c0b-b15b-4cd0-8a6e-159e82437bdc" providerId="ADAL" clId="{CAA1D905-A25D-470E-AD02-243A6EE8E8A2}" dt="2026-08-27T09:37:19.470" v="1581" actId="478"/>
          <ac:picMkLst>
            <pc:docMk/>
            <pc:sldMk cId="3875510660" sldId="328"/>
            <ac:picMk id="5" creationId="{4070BDD1-FAE2-B5C8-6FFD-D6B169D6346C}"/>
          </ac:picMkLst>
        </pc:picChg>
        <pc:picChg chg="add del mod ord">
          <ac:chgData name="Priya Dharshini R 24BAD092" userId="13037c0b-b15b-4cd0-8a6e-159e82437bdc" providerId="ADAL" clId="{CAA1D905-A25D-470E-AD02-243A6EE8E8A2}" dt="2026-08-26T18:17:09.438" v="774" actId="21"/>
          <ac:picMkLst>
            <pc:docMk/>
            <pc:sldMk cId="3875510660" sldId="328"/>
            <ac:picMk id="6" creationId="{E18C3F79-D413-2AC1-0114-5DAFB61BA144}"/>
          </ac:picMkLst>
        </pc:picChg>
        <pc:picChg chg="add del mod">
          <ac:chgData name="Priya Dharshini R 24BAD092" userId="13037c0b-b15b-4cd0-8a6e-159e82437bdc" providerId="ADAL" clId="{CAA1D905-A25D-470E-AD02-243A6EE8E8A2}" dt="2026-08-26T18:17:32.328" v="784" actId="22"/>
          <ac:picMkLst>
            <pc:docMk/>
            <pc:sldMk cId="3875510660" sldId="328"/>
            <ac:picMk id="10" creationId="{62A15D47-876B-964D-6E64-768276B04E39}"/>
          </ac:picMkLst>
        </pc:picChg>
      </pc:sldChg>
      <pc:sldChg chg="add del">
        <pc:chgData name="Priya Dharshini R 24BAD092" userId="13037c0b-b15b-4cd0-8a6e-159e82437bdc" providerId="ADAL" clId="{CAA1D905-A25D-470E-AD02-243A6EE8E8A2}" dt="2026-08-26T18:18:01.580" v="788"/>
        <pc:sldMkLst>
          <pc:docMk/>
          <pc:sldMk cId="248197188" sldId="329"/>
        </pc:sldMkLst>
      </pc:sldChg>
      <pc:sldChg chg="addSp delSp modSp add mod ord modTransition modAnim">
        <pc:chgData name="Priya Dharshini R 24BAD092" userId="13037c0b-b15b-4cd0-8a6e-159e82437bdc" providerId="ADAL" clId="{CAA1D905-A25D-470E-AD02-243A6EE8E8A2}" dt="2026-08-27T09:37:12.848" v="1580" actId="478"/>
        <pc:sldMkLst>
          <pc:docMk/>
          <pc:sldMk cId="873434660" sldId="329"/>
        </pc:sldMkLst>
        <pc:spChg chg="del">
          <ac:chgData name="Priya Dharshini R 24BAD092" userId="13037c0b-b15b-4cd0-8a6e-159e82437bdc" providerId="ADAL" clId="{CAA1D905-A25D-470E-AD02-243A6EE8E8A2}" dt="2026-08-27T06:22:33.482" v="1173" actId="478"/>
          <ac:spMkLst>
            <pc:docMk/>
            <pc:sldMk cId="873434660" sldId="329"/>
            <ac:spMk id="2" creationId="{6C76C6D7-1AC7-72AC-1843-3BE92AA09B19}"/>
          </ac:spMkLst>
        </pc:spChg>
        <pc:spChg chg="del">
          <ac:chgData name="Priya Dharshini R 24BAD092" userId="13037c0b-b15b-4cd0-8a6e-159e82437bdc" providerId="ADAL" clId="{CAA1D905-A25D-470E-AD02-243A6EE8E8A2}" dt="2026-08-27T07:00:31.127" v="1427" actId="478"/>
          <ac:spMkLst>
            <pc:docMk/>
            <pc:sldMk cId="873434660" sldId="329"/>
            <ac:spMk id="4" creationId="{84E11D11-A008-567E-84BE-A8EC5221D965}"/>
          </ac:spMkLst>
        </pc:spChg>
        <pc:spChg chg="add del mod">
          <ac:chgData name="Priya Dharshini R 24BAD092" userId="13037c0b-b15b-4cd0-8a6e-159e82437bdc" providerId="ADAL" clId="{CAA1D905-A25D-470E-AD02-243A6EE8E8A2}" dt="2026-08-27T06:22:43.757" v="1178" actId="478"/>
          <ac:spMkLst>
            <pc:docMk/>
            <pc:sldMk cId="873434660" sldId="329"/>
            <ac:spMk id="6" creationId="{D835764B-0D3D-9591-B461-C7011C71E55F}"/>
          </ac:spMkLst>
        </pc:spChg>
        <pc:spChg chg="del mod">
          <ac:chgData name="Priya Dharshini R 24BAD092" userId="13037c0b-b15b-4cd0-8a6e-159e82437bdc" providerId="ADAL" clId="{CAA1D905-A25D-470E-AD02-243A6EE8E8A2}" dt="2026-08-27T06:22:42.156" v="1177" actId="478"/>
          <ac:spMkLst>
            <pc:docMk/>
            <pc:sldMk cId="873434660" sldId="329"/>
            <ac:spMk id="8" creationId="{4DD59B64-8CA0-A6BF-EA9A-08371FE5A6F6}"/>
          </ac:spMkLst>
        </pc:sp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873434660" sldId="329"/>
            <ac:picMk id="3" creationId="{9DA05233-7909-1622-350A-CE347F9AE113}"/>
          </ac:picMkLst>
        </pc:picChg>
        <pc:picChg chg="add del mod ord">
          <ac:chgData name="Priya Dharshini R 24BAD092" userId="13037c0b-b15b-4cd0-8a6e-159e82437bdc" providerId="ADAL" clId="{CAA1D905-A25D-470E-AD02-243A6EE8E8A2}" dt="2026-08-27T09:37:12.848" v="1580" actId="478"/>
          <ac:picMkLst>
            <pc:docMk/>
            <pc:sldMk cId="873434660" sldId="329"/>
            <ac:picMk id="4" creationId="{BB7174E3-3FBB-4C12-ECCD-DFD3D419422B}"/>
          </ac:picMkLst>
        </pc:picChg>
        <pc:picChg chg="add mod">
          <ac:chgData name="Priya Dharshini R 24BAD092" userId="13037c0b-b15b-4cd0-8a6e-159e82437bdc" providerId="ADAL" clId="{CAA1D905-A25D-470E-AD02-243A6EE8E8A2}" dt="2026-08-27T06:55:44.766" v="1401" actId="1076"/>
          <ac:picMkLst>
            <pc:docMk/>
            <pc:sldMk cId="873434660" sldId="329"/>
            <ac:picMk id="5" creationId="{DD521121-362A-CFC4-C1CB-ADD75670B1E4}"/>
          </ac:picMkLst>
        </pc:picChg>
        <pc:picChg chg="add mod">
          <ac:chgData name="Priya Dharshini R 24BAD092" userId="13037c0b-b15b-4cd0-8a6e-159e82437bdc" providerId="ADAL" clId="{CAA1D905-A25D-470E-AD02-243A6EE8E8A2}" dt="2026-08-27T06:55:42.810" v="1400" actId="1076"/>
          <ac:picMkLst>
            <pc:docMk/>
            <pc:sldMk cId="873434660" sldId="329"/>
            <ac:picMk id="7" creationId="{95020403-4071-7F12-45F9-8B832C4110D1}"/>
          </ac:picMkLst>
        </pc:picChg>
      </pc:sldChg>
      <pc:sldChg chg="addSp delSp modSp new mod modTransition modAnim">
        <pc:chgData name="Priya Dharshini R 24BAD092" userId="13037c0b-b15b-4cd0-8a6e-159e82437bdc" providerId="ADAL" clId="{CAA1D905-A25D-470E-AD02-243A6EE8E8A2}" dt="2026-08-27T09:37:22.742" v="1582" actId="478"/>
        <pc:sldMkLst>
          <pc:docMk/>
          <pc:sldMk cId="2454515596" sldId="330"/>
        </pc:sldMkLst>
        <pc:spChg chg="mod">
          <ac:chgData name="Priya Dharshini R 24BAD092" userId="13037c0b-b15b-4cd0-8a6e-159e82437bdc" providerId="ADAL" clId="{CAA1D905-A25D-470E-AD02-243A6EE8E8A2}" dt="2026-08-27T06:57:30.051" v="1412" actId="27636"/>
          <ac:spMkLst>
            <pc:docMk/>
            <pc:sldMk cId="2454515596" sldId="330"/>
            <ac:spMk id="2" creationId="{6479DC20-B66A-73BC-E1E9-8E12827037F2}"/>
          </ac:spMkLst>
        </pc:spChg>
        <pc:spChg chg="del">
          <ac:chgData name="Priya Dharshini R 24BAD092" userId="13037c0b-b15b-4cd0-8a6e-159e82437bdc" providerId="ADAL" clId="{CAA1D905-A25D-470E-AD02-243A6EE8E8A2}" dt="2026-08-26T18:23:44.865" v="847"/>
          <ac:spMkLst>
            <pc:docMk/>
            <pc:sldMk cId="2454515596" sldId="330"/>
            <ac:spMk id="3" creationId="{8217E206-5E0E-B36D-941B-ECA497DABD0E}"/>
          </ac:spMkLst>
        </pc:spChg>
        <pc:spChg chg="del">
          <ac:chgData name="Priya Dharshini R 24BAD092" userId="13037c0b-b15b-4cd0-8a6e-159e82437bdc" providerId="ADAL" clId="{CAA1D905-A25D-470E-AD02-243A6EE8E8A2}" dt="2026-08-27T07:00:41.740" v="1429" actId="478"/>
          <ac:spMkLst>
            <pc:docMk/>
            <pc:sldMk cId="2454515596" sldId="330"/>
            <ac:spMk id="4" creationId="{B0B689DA-7474-C326-1324-C9EFF46B23BE}"/>
          </ac:spMkLst>
        </pc:spChg>
        <pc:spChg chg="add mod">
          <ac:chgData name="Priya Dharshini R 24BAD092" userId="13037c0b-b15b-4cd0-8a6e-159e82437bdc" providerId="ADAL" clId="{CAA1D905-A25D-470E-AD02-243A6EE8E8A2}" dt="2026-08-27T06:35:27.638" v="1209" actId="1076"/>
          <ac:spMkLst>
            <pc:docMk/>
            <pc:sldMk cId="2454515596" sldId="330"/>
            <ac:spMk id="6" creationId="{C316152F-20EA-4761-58C6-065B59E3EF67}"/>
          </ac:spMkLst>
        </pc:spChg>
        <pc:graphicFrameChg chg="add mod modGraphic">
          <ac:chgData name="Priya Dharshini R 24BAD092" userId="13037c0b-b15b-4cd0-8a6e-159e82437bdc" providerId="ADAL" clId="{CAA1D905-A25D-470E-AD02-243A6EE8E8A2}" dt="2026-08-27T06:35:56.037" v="1214" actId="113"/>
          <ac:graphicFrameMkLst>
            <pc:docMk/>
            <pc:sldMk cId="2454515596" sldId="330"/>
            <ac:graphicFrameMk id="5" creationId="{A1826B0B-85C4-24F3-7768-39C9BC792833}"/>
          </ac:graphicFrameMkLst>
        </pc:graphicFrame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2454515596" sldId="330"/>
            <ac:picMk id="4" creationId="{356AE115-58EB-3920-79B1-8F38CB91ADAC}"/>
          </ac:picMkLst>
        </pc:picChg>
        <pc:picChg chg="add del mod ord">
          <ac:chgData name="Priya Dharshini R 24BAD092" userId="13037c0b-b15b-4cd0-8a6e-159e82437bdc" providerId="ADAL" clId="{CAA1D905-A25D-470E-AD02-243A6EE8E8A2}" dt="2026-08-27T09:37:22.742" v="1582" actId="478"/>
          <ac:picMkLst>
            <pc:docMk/>
            <pc:sldMk cId="2454515596" sldId="330"/>
            <ac:picMk id="7" creationId="{6D36E1A9-1DC0-76F0-F631-1BD0226654E6}"/>
          </ac:picMkLst>
        </pc:picChg>
      </pc:sldChg>
      <pc:sldChg chg="add del">
        <pc:chgData name="Priya Dharshini R 24BAD092" userId="13037c0b-b15b-4cd0-8a6e-159e82437bdc" providerId="ADAL" clId="{CAA1D905-A25D-470E-AD02-243A6EE8E8A2}" dt="2026-08-26T18:18:10.509" v="791"/>
        <pc:sldMkLst>
          <pc:docMk/>
          <pc:sldMk cId="3370901319" sldId="330"/>
        </pc:sldMkLst>
      </pc:sldChg>
      <pc:sldChg chg="new del">
        <pc:chgData name="Priya Dharshini R 24BAD092" userId="13037c0b-b15b-4cd0-8a6e-159e82437bdc" providerId="ADAL" clId="{CAA1D905-A25D-470E-AD02-243A6EE8E8A2}" dt="2026-08-26T18:20:48.855" v="830" actId="680"/>
        <pc:sldMkLst>
          <pc:docMk/>
          <pc:sldMk cId="4262307928" sldId="330"/>
        </pc:sldMkLst>
      </pc:sldChg>
      <pc:sldChg chg="addSp delSp modSp new mod modTransition modAnim">
        <pc:chgData name="Priya Dharshini R 24BAD092" userId="13037c0b-b15b-4cd0-8a6e-159e82437bdc" providerId="ADAL" clId="{CAA1D905-A25D-470E-AD02-243A6EE8E8A2}" dt="2026-08-27T09:37:26.220" v="1583" actId="478"/>
        <pc:sldMkLst>
          <pc:docMk/>
          <pc:sldMk cId="3730376349" sldId="331"/>
        </pc:sldMkLst>
        <pc:spChg chg="del mod">
          <ac:chgData name="Priya Dharshini R 24BAD092" userId="13037c0b-b15b-4cd0-8a6e-159e82437bdc" providerId="ADAL" clId="{CAA1D905-A25D-470E-AD02-243A6EE8E8A2}" dt="2026-08-27T06:41:48.338" v="1266" actId="478"/>
          <ac:spMkLst>
            <pc:docMk/>
            <pc:sldMk cId="3730376349" sldId="331"/>
            <ac:spMk id="2" creationId="{FF8638AF-866B-9D3C-1F5E-C04F92F97578}"/>
          </ac:spMkLst>
        </pc:spChg>
        <pc:spChg chg="del">
          <ac:chgData name="Priya Dharshini R 24BAD092" userId="13037c0b-b15b-4cd0-8a6e-159e82437bdc" providerId="ADAL" clId="{CAA1D905-A25D-470E-AD02-243A6EE8E8A2}" dt="2026-08-26T18:25:59.136" v="857" actId="21"/>
          <ac:spMkLst>
            <pc:docMk/>
            <pc:sldMk cId="3730376349" sldId="331"/>
            <ac:spMk id="3" creationId="{912B4066-51E8-18C5-EBD9-05DF6D1A6585}"/>
          </ac:spMkLst>
        </pc:spChg>
        <pc:spChg chg="del">
          <ac:chgData name="Priya Dharshini R 24BAD092" userId="13037c0b-b15b-4cd0-8a6e-159e82437bdc" providerId="ADAL" clId="{CAA1D905-A25D-470E-AD02-243A6EE8E8A2}" dt="2026-08-27T07:00:48.148" v="1430" actId="478"/>
          <ac:spMkLst>
            <pc:docMk/>
            <pc:sldMk cId="3730376349" sldId="331"/>
            <ac:spMk id="4" creationId="{358C8D9E-078A-BE4E-88C5-312BF4FE4AAF}"/>
          </ac:spMkLst>
        </pc:sp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3730376349" sldId="331"/>
            <ac:picMk id="3" creationId="{8DB9EFCA-FF09-C84B-BF81-72109E7CF281}"/>
          </ac:picMkLst>
        </pc:picChg>
        <pc:picChg chg="add del mod ord">
          <ac:chgData name="Priya Dharshini R 24BAD092" userId="13037c0b-b15b-4cd0-8a6e-159e82437bdc" providerId="ADAL" clId="{CAA1D905-A25D-470E-AD02-243A6EE8E8A2}" dt="2026-08-27T09:37:26.220" v="1583" actId="478"/>
          <ac:picMkLst>
            <pc:docMk/>
            <pc:sldMk cId="3730376349" sldId="331"/>
            <ac:picMk id="4" creationId="{F43DA466-9E40-AD05-4F8B-62C4BF6F9CA5}"/>
          </ac:picMkLst>
        </pc:picChg>
        <pc:picChg chg="add mod">
          <ac:chgData name="Priya Dharshini R 24BAD092" userId="13037c0b-b15b-4cd0-8a6e-159e82437bdc" providerId="ADAL" clId="{CAA1D905-A25D-470E-AD02-243A6EE8E8A2}" dt="2026-08-27T06:42:11.436" v="1273" actId="1076"/>
          <ac:picMkLst>
            <pc:docMk/>
            <pc:sldMk cId="3730376349" sldId="331"/>
            <ac:picMk id="6" creationId="{A884270A-E5C6-8F72-0B1B-1281F963C769}"/>
          </ac:picMkLst>
        </pc:picChg>
        <pc:picChg chg="add mod">
          <ac:chgData name="Priya Dharshini R 24BAD092" userId="13037c0b-b15b-4cd0-8a6e-159e82437bdc" providerId="ADAL" clId="{CAA1D905-A25D-470E-AD02-243A6EE8E8A2}" dt="2026-08-27T06:42:19.287" v="1275" actId="1076"/>
          <ac:picMkLst>
            <pc:docMk/>
            <pc:sldMk cId="3730376349" sldId="331"/>
            <ac:picMk id="8" creationId="{21ECF494-1667-B65A-A48A-4A1DE35EA2DC}"/>
          </ac:picMkLst>
        </pc:picChg>
      </pc:sldChg>
      <pc:sldChg chg="new del">
        <pc:chgData name="Priya Dharshini R 24BAD092" userId="13037c0b-b15b-4cd0-8a6e-159e82437bdc" providerId="ADAL" clId="{CAA1D905-A25D-470E-AD02-243A6EE8E8A2}" dt="2026-08-26T18:26:23.006" v="860" actId="680"/>
        <pc:sldMkLst>
          <pc:docMk/>
          <pc:sldMk cId="160880674" sldId="332"/>
        </pc:sldMkLst>
      </pc:sldChg>
      <pc:sldChg chg="addSp delSp modSp new mod ord modTransition modAnim">
        <pc:chgData name="Priya Dharshini R 24BAD092" userId="13037c0b-b15b-4cd0-8a6e-159e82437bdc" providerId="ADAL" clId="{CAA1D905-A25D-470E-AD02-243A6EE8E8A2}" dt="2026-08-27T09:37:29.758" v="1584" actId="478"/>
        <pc:sldMkLst>
          <pc:docMk/>
          <pc:sldMk cId="3423245937" sldId="332"/>
        </pc:sldMkLst>
        <pc:spChg chg="mod">
          <ac:chgData name="Priya Dharshini R 24BAD092" userId="13037c0b-b15b-4cd0-8a6e-159e82437bdc" providerId="ADAL" clId="{CAA1D905-A25D-470E-AD02-243A6EE8E8A2}" dt="2026-08-27T06:57:51.359" v="1413" actId="1076"/>
          <ac:spMkLst>
            <pc:docMk/>
            <pc:sldMk cId="3423245937" sldId="332"/>
            <ac:spMk id="2" creationId="{F65123FF-B14B-2010-BF1E-28BE69183FEE}"/>
          </ac:spMkLst>
        </pc:spChg>
        <pc:spChg chg="del">
          <ac:chgData name="Priya Dharshini R 24BAD092" userId="13037c0b-b15b-4cd0-8a6e-159e82437bdc" providerId="ADAL" clId="{CAA1D905-A25D-470E-AD02-243A6EE8E8A2}" dt="2026-08-27T06:42:49.566" v="1278" actId="478"/>
          <ac:spMkLst>
            <pc:docMk/>
            <pc:sldMk cId="3423245937" sldId="332"/>
            <ac:spMk id="3" creationId="{32BB26E2-8F90-D382-7444-07927EE90FDA}"/>
          </ac:spMkLst>
        </pc:spChg>
        <pc:spChg chg="del">
          <ac:chgData name="Priya Dharshini R 24BAD092" userId="13037c0b-b15b-4cd0-8a6e-159e82437bdc" providerId="ADAL" clId="{CAA1D905-A25D-470E-AD02-243A6EE8E8A2}" dt="2026-08-27T07:00:53.548" v="1431" actId="478"/>
          <ac:spMkLst>
            <pc:docMk/>
            <pc:sldMk cId="3423245937" sldId="332"/>
            <ac:spMk id="4" creationId="{7075ABE2-88C9-75C2-F3CF-03259E7116DB}"/>
          </ac:spMkLst>
        </pc:spChg>
        <pc:spChg chg="add mod">
          <ac:chgData name="Priya Dharshini R 24BAD092" userId="13037c0b-b15b-4cd0-8a6e-159e82437bdc" providerId="ADAL" clId="{CAA1D905-A25D-470E-AD02-243A6EE8E8A2}" dt="2026-08-27T06:58:00.769" v="1415" actId="1076"/>
          <ac:spMkLst>
            <pc:docMk/>
            <pc:sldMk cId="3423245937" sldId="332"/>
            <ac:spMk id="5" creationId="{76C0741A-77D4-2BBC-1999-B2861B37D336}"/>
          </ac:spMkLst>
        </pc:spChg>
        <pc:spChg chg="add mod">
          <ac:chgData name="Priya Dharshini R 24BAD092" userId="13037c0b-b15b-4cd0-8a6e-159e82437bdc" providerId="ADAL" clId="{CAA1D905-A25D-470E-AD02-243A6EE8E8A2}" dt="2026-08-27T06:57:54.770" v="1414" actId="1076"/>
          <ac:spMkLst>
            <pc:docMk/>
            <pc:sldMk cId="3423245937" sldId="332"/>
            <ac:spMk id="6" creationId="{DEB4C296-AFDA-CB7B-954A-14D02E92DF1F}"/>
          </ac:spMkLst>
        </pc:sp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3423245937" sldId="332"/>
            <ac:picMk id="4" creationId="{E3AEB389-256B-E809-DA24-5458E79BACE1}"/>
          </ac:picMkLst>
        </pc:picChg>
        <pc:picChg chg="add del mod ord">
          <ac:chgData name="Priya Dharshini R 24BAD092" userId="13037c0b-b15b-4cd0-8a6e-159e82437bdc" providerId="ADAL" clId="{CAA1D905-A25D-470E-AD02-243A6EE8E8A2}" dt="2026-08-27T09:37:29.758" v="1584" actId="478"/>
          <ac:picMkLst>
            <pc:docMk/>
            <pc:sldMk cId="3423245937" sldId="332"/>
            <ac:picMk id="7" creationId="{F6500217-8AE0-7A5D-D362-8FE04C4E81CE}"/>
          </ac:picMkLst>
        </pc:picChg>
      </pc:sldChg>
      <pc:sldChg chg="addSp delSp modSp new mod modTransition modAnim">
        <pc:chgData name="Priya Dharshini R 24BAD092" userId="13037c0b-b15b-4cd0-8a6e-159e82437bdc" providerId="ADAL" clId="{CAA1D905-A25D-470E-AD02-243A6EE8E8A2}" dt="2026-08-27T09:37:32.885" v="1585" actId="478"/>
        <pc:sldMkLst>
          <pc:docMk/>
          <pc:sldMk cId="4105092613" sldId="333"/>
        </pc:sldMkLst>
        <pc:spChg chg="mod">
          <ac:chgData name="Priya Dharshini R 24BAD092" userId="13037c0b-b15b-4cd0-8a6e-159e82437bdc" providerId="ADAL" clId="{CAA1D905-A25D-470E-AD02-243A6EE8E8A2}" dt="2026-08-27T06:58:06.541" v="1416" actId="1076"/>
          <ac:spMkLst>
            <pc:docMk/>
            <pc:sldMk cId="4105092613" sldId="333"/>
            <ac:spMk id="2" creationId="{DD5E6D94-F40D-3B65-C2DC-02E9F93F2B54}"/>
          </ac:spMkLst>
        </pc:spChg>
        <pc:spChg chg="del">
          <ac:chgData name="Priya Dharshini R 24BAD092" userId="13037c0b-b15b-4cd0-8a6e-159e82437bdc" providerId="ADAL" clId="{CAA1D905-A25D-470E-AD02-243A6EE8E8A2}" dt="2026-08-27T06:45:35.869" v="1306" actId="478"/>
          <ac:spMkLst>
            <pc:docMk/>
            <pc:sldMk cId="4105092613" sldId="333"/>
            <ac:spMk id="3" creationId="{F680340E-23E5-0768-15F5-D4863A9ECEDD}"/>
          </ac:spMkLst>
        </pc:spChg>
        <pc:spChg chg="del">
          <ac:chgData name="Priya Dharshini R 24BAD092" userId="13037c0b-b15b-4cd0-8a6e-159e82437bdc" providerId="ADAL" clId="{CAA1D905-A25D-470E-AD02-243A6EE8E8A2}" dt="2026-08-27T07:00:58.085" v="1432" actId="478"/>
          <ac:spMkLst>
            <pc:docMk/>
            <pc:sldMk cId="4105092613" sldId="333"/>
            <ac:spMk id="4" creationId="{0D168393-B3B6-EF91-E195-B7FAA0BF3301}"/>
          </ac:spMkLst>
        </pc:spChg>
        <pc:spChg chg="add mod">
          <ac:chgData name="Priya Dharshini R 24BAD092" userId="13037c0b-b15b-4cd0-8a6e-159e82437bdc" providerId="ADAL" clId="{CAA1D905-A25D-470E-AD02-243A6EE8E8A2}" dt="2026-08-27T08:11:48.499" v="1438" actId="255"/>
          <ac:spMkLst>
            <pc:docMk/>
            <pc:sldMk cId="4105092613" sldId="333"/>
            <ac:spMk id="6" creationId="{CCD234E3-088A-D4D8-4728-1CA3CFB81211}"/>
          </ac:spMkLst>
        </pc:sp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4105092613" sldId="333"/>
            <ac:picMk id="4" creationId="{6AD96F61-72A4-2673-738F-4751AF5AEAC8}"/>
          </ac:picMkLst>
        </pc:picChg>
        <pc:picChg chg="add del mod ord">
          <ac:chgData name="Priya Dharshini R 24BAD092" userId="13037c0b-b15b-4cd0-8a6e-159e82437bdc" providerId="ADAL" clId="{CAA1D905-A25D-470E-AD02-243A6EE8E8A2}" dt="2026-08-27T09:37:32.885" v="1585" actId="478"/>
          <ac:picMkLst>
            <pc:docMk/>
            <pc:sldMk cId="4105092613" sldId="333"/>
            <ac:picMk id="5" creationId="{44C7A0EB-C544-F29D-453D-B3780C2CE657}"/>
          </ac:picMkLst>
        </pc:picChg>
      </pc:sldChg>
      <pc:sldChg chg="addSp delSp modSp new mod modTransition modAnim">
        <pc:chgData name="Priya Dharshini R 24BAD092" userId="13037c0b-b15b-4cd0-8a6e-159e82437bdc" providerId="ADAL" clId="{CAA1D905-A25D-470E-AD02-243A6EE8E8A2}" dt="2026-08-27T09:37:36.910" v="1586" actId="478"/>
        <pc:sldMkLst>
          <pc:docMk/>
          <pc:sldMk cId="21569192" sldId="334"/>
        </pc:sldMkLst>
        <pc:spChg chg="mod">
          <ac:chgData name="Priya Dharshini R 24BAD092" userId="13037c0b-b15b-4cd0-8a6e-159e82437bdc" providerId="ADAL" clId="{CAA1D905-A25D-470E-AD02-243A6EE8E8A2}" dt="2026-08-27T06:58:35.058" v="1421" actId="1076"/>
          <ac:spMkLst>
            <pc:docMk/>
            <pc:sldMk cId="21569192" sldId="334"/>
            <ac:spMk id="2" creationId="{DE1DE1FA-6DD3-9D65-9C12-AE4EDEF25B28}"/>
          </ac:spMkLst>
        </pc:spChg>
        <pc:spChg chg="del">
          <ac:chgData name="Priya Dharshini R 24BAD092" userId="13037c0b-b15b-4cd0-8a6e-159e82437bdc" providerId="ADAL" clId="{CAA1D905-A25D-470E-AD02-243A6EE8E8A2}" dt="2026-08-27T06:46:39.567" v="1314" actId="478"/>
          <ac:spMkLst>
            <pc:docMk/>
            <pc:sldMk cId="21569192" sldId="334"/>
            <ac:spMk id="3" creationId="{8C781EFC-312E-CD8E-DED4-C53F95027B64}"/>
          </ac:spMkLst>
        </pc:spChg>
        <pc:spChg chg="del">
          <ac:chgData name="Priya Dharshini R 24BAD092" userId="13037c0b-b15b-4cd0-8a6e-159e82437bdc" providerId="ADAL" clId="{CAA1D905-A25D-470E-AD02-243A6EE8E8A2}" dt="2026-08-27T07:01:06.110" v="1433" actId="478"/>
          <ac:spMkLst>
            <pc:docMk/>
            <pc:sldMk cId="21569192" sldId="334"/>
            <ac:spMk id="4" creationId="{3062EE44-01AC-E01B-9F15-94991C579409}"/>
          </ac:spMkLst>
        </pc:spChg>
        <pc:spChg chg="add mod">
          <ac:chgData name="Priya Dharshini R 24BAD092" userId="13037c0b-b15b-4cd0-8a6e-159e82437bdc" providerId="ADAL" clId="{CAA1D905-A25D-470E-AD02-243A6EE8E8A2}" dt="2026-08-27T06:58:41.441" v="1422" actId="1076"/>
          <ac:spMkLst>
            <pc:docMk/>
            <pc:sldMk cId="21569192" sldId="334"/>
            <ac:spMk id="6" creationId="{82B90B6D-F264-4914-5BB8-DD1715B1C34D}"/>
          </ac:spMkLst>
        </pc:sp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21569192" sldId="334"/>
            <ac:picMk id="4" creationId="{13194E45-CDEB-724F-A1E5-BC1D666D9170}"/>
          </ac:picMkLst>
        </pc:picChg>
        <pc:picChg chg="add del mod ord">
          <ac:chgData name="Priya Dharshini R 24BAD092" userId="13037c0b-b15b-4cd0-8a6e-159e82437bdc" providerId="ADAL" clId="{CAA1D905-A25D-470E-AD02-243A6EE8E8A2}" dt="2026-08-27T09:37:36.910" v="1586" actId="478"/>
          <ac:picMkLst>
            <pc:docMk/>
            <pc:sldMk cId="21569192" sldId="334"/>
            <ac:picMk id="5" creationId="{26EE05A7-3673-D6F6-BD7A-9389F418ECE3}"/>
          </ac:picMkLst>
        </pc:picChg>
      </pc:sldChg>
      <pc:sldChg chg="addSp delSp modSp new mod modTransition modAnim">
        <pc:chgData name="Priya Dharshini R 24BAD092" userId="13037c0b-b15b-4cd0-8a6e-159e82437bdc" providerId="ADAL" clId="{CAA1D905-A25D-470E-AD02-243A6EE8E8A2}" dt="2026-08-27T09:37:39.857" v="1587" actId="478"/>
        <pc:sldMkLst>
          <pc:docMk/>
          <pc:sldMk cId="2326085348" sldId="335"/>
        </pc:sldMkLst>
        <pc:spChg chg="mod">
          <ac:chgData name="Priya Dharshini R 24BAD092" userId="13037c0b-b15b-4cd0-8a6e-159e82437bdc" providerId="ADAL" clId="{CAA1D905-A25D-470E-AD02-243A6EE8E8A2}" dt="2026-08-27T06:58:25.718" v="1419" actId="1076"/>
          <ac:spMkLst>
            <pc:docMk/>
            <pc:sldMk cId="2326085348" sldId="335"/>
            <ac:spMk id="2" creationId="{0F199C6A-4FAA-447A-CC94-49027205B321}"/>
          </ac:spMkLst>
        </pc:spChg>
        <pc:spChg chg="mod">
          <ac:chgData name="Priya Dharshini R 24BAD092" userId="13037c0b-b15b-4cd0-8a6e-159e82437bdc" providerId="ADAL" clId="{CAA1D905-A25D-470E-AD02-243A6EE8E8A2}" dt="2026-08-27T06:58:20.956" v="1418" actId="1076"/>
          <ac:spMkLst>
            <pc:docMk/>
            <pc:sldMk cId="2326085348" sldId="335"/>
            <ac:spMk id="3" creationId="{BCEEF19C-A22F-3ECD-C5CE-833C84F8AB4F}"/>
          </ac:spMkLst>
        </pc:spChg>
        <pc:spChg chg="del">
          <ac:chgData name="Priya Dharshini R 24BAD092" userId="13037c0b-b15b-4cd0-8a6e-159e82437bdc" providerId="ADAL" clId="{CAA1D905-A25D-470E-AD02-243A6EE8E8A2}" dt="2026-08-27T07:01:12.274" v="1434" actId="478"/>
          <ac:spMkLst>
            <pc:docMk/>
            <pc:sldMk cId="2326085348" sldId="335"/>
            <ac:spMk id="4" creationId="{ABB24B5A-7B3E-D674-2FD3-A90837D8943E}"/>
          </ac:spMkLst>
        </pc:spChg>
        <pc:picChg chg="add del mod">
          <ac:chgData name="Priya Dharshini R 24BAD092" userId="13037c0b-b15b-4cd0-8a6e-159e82437bdc" providerId="ADAL" clId="{CAA1D905-A25D-470E-AD02-243A6EE8E8A2}" dt="2026-08-27T08:36:25.837" v="1500"/>
          <ac:picMkLst>
            <pc:docMk/>
            <pc:sldMk cId="2326085348" sldId="335"/>
            <ac:picMk id="5" creationId="{76CAB63E-E8D3-8FE0-601A-F7E5CC89AF04}"/>
          </ac:picMkLst>
        </pc:picChg>
        <pc:picChg chg="add del mod ord">
          <ac:chgData name="Priya Dharshini R 24BAD092" userId="13037c0b-b15b-4cd0-8a6e-159e82437bdc" providerId="ADAL" clId="{CAA1D905-A25D-470E-AD02-243A6EE8E8A2}" dt="2026-08-27T09:37:39.857" v="1587" actId="478"/>
          <ac:picMkLst>
            <pc:docMk/>
            <pc:sldMk cId="2326085348" sldId="335"/>
            <ac:picMk id="6" creationId="{05350018-A54E-55A7-52A7-437FCDC3EA9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257" y="5072743"/>
            <a:ext cx="4909457" cy="914400"/>
          </a:xfrm>
        </p:spPr>
        <p:txBody>
          <a:bodyPr>
            <a:normAutofit/>
          </a:bodyPr>
          <a:lstStyle/>
          <a:p>
            <a:r>
              <a:rPr lang="en-US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sz="4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E236A1-446A-3D0E-A9B8-6BC4FAE0A270}"/>
              </a:ext>
            </a:extLst>
          </p:cNvPr>
          <p:cNvSpPr txBox="1"/>
          <p:nvPr/>
        </p:nvSpPr>
        <p:spPr>
          <a:xfrm>
            <a:off x="6291943" y="2057400"/>
            <a:ext cx="6096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24ADC001_BUSINESS INTELLIGENCE</a:t>
            </a:r>
            <a:endParaRPr lang="en-AE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558793-0067-97C7-D410-0D761A9CF2C1}"/>
              </a:ext>
            </a:extLst>
          </p:cNvPr>
          <p:cNvSpPr txBox="1"/>
          <p:nvPr/>
        </p:nvSpPr>
        <p:spPr>
          <a:xfrm>
            <a:off x="6680926" y="5217830"/>
            <a:ext cx="5127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PRIYA DHARSHINI R -24BAD092</a:t>
            </a:r>
            <a:endParaRPr lang="en-AE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786140-E332-4215-7628-7F35A9FF70D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7216" y="1059179"/>
            <a:ext cx="6542315" cy="5003801"/>
          </a:xfrm>
        </p:spPr>
        <p:txBody>
          <a:bodyPr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AE" sz="1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AE" sz="1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Scenario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AE" sz="1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Datasets Used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AE" sz="1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NotebookLM Setup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AE" sz="1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Task 1 – Upload Sources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AE" sz="1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Task 2 – Region-wise Method Comparison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AE" sz="1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Task 3 – Comparison of MAPE &amp; RMSE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AE" sz="1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Task 4 – Surprising Results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AE" sz="1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Task 5 – Simple Methods Performance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AE" sz="1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Task 6 – Regional Recommendations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AE" sz="1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Executive Summary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AE" sz="1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Critique of NotebookLM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AE" sz="1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 </a:t>
            </a:r>
          </a:p>
          <a:p>
            <a:pPr marL="457200" indent="-457200">
              <a:buFont typeface="+mj-lt"/>
              <a:buAutoNum type="arabicPeriod"/>
            </a:pPr>
            <a:endParaRPr lang="en-AE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D1EF4A5-4DC6-2B74-D78A-0991815AF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160" y="165463"/>
            <a:ext cx="5181600" cy="794810"/>
          </a:xfrm>
        </p:spPr>
        <p:txBody>
          <a:bodyPr/>
          <a:lstStyle/>
          <a:p>
            <a:r>
              <a:rPr lang="en-AE" b="1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1280"/>
            <a:ext cx="5951472" cy="1113138"/>
          </a:xfrm>
        </p:spPr>
        <p:txBody>
          <a:bodyPr>
            <a:normAutofit/>
          </a:bodyPr>
          <a:lstStyle/>
          <a:p>
            <a:r>
              <a:rPr lang="en-AE" sz="3200" b="1" dirty="0"/>
              <a:t>Introduction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672BC8-D7EC-066C-9025-5F29713D8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3232" y="1423709"/>
            <a:ext cx="8777507" cy="5031520"/>
          </a:xfrm>
        </p:spPr>
        <p:txBody>
          <a:bodyPr>
            <a:normAutofit fontScale="55000" lnSpcReduction="20000"/>
          </a:bodyPr>
          <a:lstStyle/>
          <a:p>
            <a:r>
              <a:rPr lang="en-A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Objective</a:t>
            </a:r>
          </a:p>
          <a:p>
            <a:pPr>
              <a:lnSpc>
                <a:spcPct val="170000"/>
              </a:lnSpc>
            </a:pPr>
            <a:r>
              <a:rPr lang="en-A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lab is to use </a:t>
            </a:r>
            <a:r>
              <a:rPr lang="en-A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NotebookLM</a:t>
            </a:r>
            <a:r>
              <a:rPr lang="en-A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compare different forecasting methods across five regions and combine numerical forecasting accuracy with qualitative analyst notes.</a:t>
            </a:r>
          </a:p>
          <a:p>
            <a:endParaRPr lang="en-A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Covered</a:t>
            </a:r>
          </a:p>
          <a:p>
            <a:pPr marL="571500" lvl="0" indent="-5715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A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forecasting model comparison </a:t>
            </a:r>
          </a:p>
          <a:p>
            <a:pPr marL="571500" lvl="0" indent="-5715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A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reasoning </a:t>
            </a:r>
          </a:p>
          <a:p>
            <a:pPr marL="571500" lvl="0" indent="-5715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A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Logic-driven reasoning </a:t>
            </a:r>
          </a:p>
          <a:p>
            <a:pPr marL="571500" lvl="0" indent="-5715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A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synthesis </a:t>
            </a:r>
          </a:p>
          <a:p>
            <a:pPr marL="571500" lvl="0" indent="-5715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A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of forecasting results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849" y="538850"/>
            <a:ext cx="6946004" cy="788493"/>
          </a:xfrm>
        </p:spPr>
        <p:txBody>
          <a:bodyPr>
            <a:normAutofit/>
          </a:bodyPr>
          <a:lstStyle/>
          <a:p>
            <a:r>
              <a:rPr lang="en-AE" sz="3200" b="1" dirty="0"/>
              <a:t>Scenario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154000-C9C7-C2F9-F60E-587095E63840}"/>
              </a:ext>
            </a:extLst>
          </p:cNvPr>
          <p:cNvSpPr txBox="1"/>
          <p:nvPr/>
        </p:nvSpPr>
        <p:spPr>
          <a:xfrm>
            <a:off x="1036849" y="1327343"/>
            <a:ext cx="9543267" cy="5196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E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E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national retailer tested </a:t>
            </a:r>
            <a:r>
              <a:rPr lang="en-AE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six forecasting methods</a:t>
            </a:r>
            <a:r>
              <a:rPr lang="en-AE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AE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years of regional sales data</a:t>
            </a:r>
            <a:r>
              <a:rPr lang="en-AE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E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forecasting accuracy values were stored in one spreadsheet, while analyst comments describing regional demand patterns were stored separately.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AE" sz="20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AE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>
              <a:lnSpc>
                <a:spcPct val="150000"/>
              </a:lnSpc>
            </a:pPr>
            <a:r>
              <a:rPr lang="en-AE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retailer needs to determine:</a:t>
            </a:r>
          </a:p>
          <a:p>
            <a:pPr>
              <a:lnSpc>
                <a:spcPct val="150000"/>
              </a:lnSpc>
            </a:pPr>
            <a:r>
              <a:rPr lang="en-AE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forecasting method should be used for each region?</a:t>
            </a:r>
            <a:endParaRPr lang="en-AE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AE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NotebookLM is used to combine both sources and generate recommendations.</a:t>
            </a:r>
          </a:p>
          <a:p>
            <a:pPr>
              <a:lnSpc>
                <a:spcPct val="150000"/>
              </a:lnSpc>
            </a:pPr>
            <a:endParaRPr lang="en-AE" sz="24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688" y="217980"/>
            <a:ext cx="7273637" cy="1646555"/>
          </a:xfrm>
        </p:spPr>
        <p:txBody>
          <a:bodyPr>
            <a:normAutofit/>
          </a:bodyPr>
          <a:lstStyle/>
          <a:p>
            <a:r>
              <a:rPr lang="en-AE" b="1" dirty="0"/>
              <a:t>Datasets Used</a:t>
            </a:r>
            <a:br>
              <a:rPr lang="en-AE" sz="4000" b="1" dirty="0"/>
            </a:br>
            <a:endParaRPr lang="en-US" sz="3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6520" y="1126626"/>
            <a:ext cx="7696201" cy="53813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E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1: forecast_method_accuracy.csv</a:t>
            </a:r>
          </a:p>
          <a:p>
            <a:r>
              <a:rPr lang="en-A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Contains:</a:t>
            </a:r>
          </a:p>
          <a:p>
            <a:pPr lvl="0"/>
            <a:r>
              <a:rPr lang="en-A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</a:t>
            </a:r>
          </a:p>
          <a:p>
            <a:pPr lvl="0"/>
            <a:r>
              <a:rPr lang="en-A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method </a:t>
            </a:r>
          </a:p>
          <a:p>
            <a:pPr lvl="0"/>
            <a:r>
              <a:rPr lang="en-A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MAPE percentage </a:t>
            </a:r>
          </a:p>
          <a:p>
            <a:pPr lvl="0"/>
            <a:r>
              <a:rPr lang="en-A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</a:t>
            </a:r>
          </a:p>
          <a:p>
            <a:pPr lvl="0"/>
            <a:r>
              <a:rPr lang="en-A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description </a:t>
            </a:r>
          </a:p>
          <a:p>
            <a:r>
              <a:rPr lang="en-AE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regions × 6 methods = 30 rows</a:t>
            </a:r>
            <a:endParaRPr lang="en-AE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E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2: region_notes.csv</a:t>
            </a:r>
          </a:p>
          <a:p>
            <a:r>
              <a:rPr lang="en-A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Contains:</a:t>
            </a:r>
          </a:p>
          <a:p>
            <a:pPr lvl="0"/>
            <a:r>
              <a:rPr lang="en-A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</a:t>
            </a:r>
          </a:p>
          <a:p>
            <a:pPr lvl="0"/>
            <a:r>
              <a:rPr lang="en-A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Analyst notes </a:t>
            </a:r>
          </a:p>
          <a:p>
            <a:pPr lvl="0"/>
            <a:r>
              <a:rPr lang="en-A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regional demand pattern</a:t>
            </a:r>
          </a:p>
          <a:p>
            <a:pPr marL="0" indent="0">
              <a:buNone/>
            </a:pPr>
            <a:endParaRPr lang="en-US" sz="2400" cap="none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EEB43C-3625-863A-AE62-4FCB09757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114" y="1864535"/>
            <a:ext cx="6370603" cy="331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654" y="440599"/>
            <a:ext cx="10620538" cy="804929"/>
          </a:xfrm>
        </p:spPr>
        <p:txBody>
          <a:bodyPr>
            <a:normAutofit/>
          </a:bodyPr>
          <a:lstStyle/>
          <a:p>
            <a:r>
              <a:rPr lang="en-AE" sz="4000" b="1" dirty="0"/>
              <a:t>NotebookLM</a:t>
            </a:r>
            <a:r>
              <a:rPr lang="en-AE" sz="4000" dirty="0"/>
              <a:t> </a:t>
            </a:r>
            <a:r>
              <a:rPr lang="en-AE" sz="4000" b="1" dirty="0"/>
              <a:t>Setup</a:t>
            </a:r>
            <a:endParaRPr lang="en-US" sz="3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EA7D4-8B96-5A0E-252E-6B8E8B1CF1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90955" y="1452219"/>
            <a:ext cx="8364278" cy="4428750"/>
          </a:xfrm>
        </p:spPr>
        <p:txBody>
          <a:bodyPr>
            <a:normAutofit/>
          </a:bodyPr>
          <a:lstStyle/>
          <a:p>
            <a:r>
              <a: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Performed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A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new NotebookLM notebook. 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A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</a:t>
            </a: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forecast_method_accuracy.csv</a:t>
            </a:r>
            <a:r>
              <a:rPr lang="en-A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A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</a:t>
            </a: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region_notes.csv</a:t>
            </a:r>
            <a:r>
              <a:rPr lang="en-A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A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NotebookLM prompts to compare forecasting performance. 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A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Analysed the generated results. 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A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recommendations for each region.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noProof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5" y="240586"/>
            <a:ext cx="10363201" cy="1629601"/>
          </a:xfrm>
        </p:spPr>
        <p:txBody>
          <a:bodyPr>
            <a:normAutofit/>
          </a:bodyPr>
          <a:lstStyle/>
          <a:p>
            <a:r>
              <a:rPr lang="en-AE" b="1" dirty="0"/>
              <a:t>Task 1: Prepare the Sources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D465AF-470F-F57A-59AC-FB2BFC8FE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021313"/>
              </p:ext>
            </p:extLst>
          </p:nvPr>
        </p:nvGraphicFramePr>
        <p:xfrm>
          <a:off x="579119" y="2202136"/>
          <a:ext cx="10459918" cy="143927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229959">
                  <a:extLst>
                    <a:ext uri="{9D8B030D-6E8A-4147-A177-3AD203B41FA5}">
                      <a16:colId xmlns:a16="http://schemas.microsoft.com/office/drawing/2014/main" val="2681296621"/>
                    </a:ext>
                  </a:extLst>
                </a:gridCol>
                <a:gridCol w="5229959">
                  <a:extLst>
                    <a:ext uri="{9D8B030D-6E8A-4147-A177-3AD203B41FA5}">
                      <a16:colId xmlns:a16="http://schemas.microsoft.com/office/drawing/2014/main" val="2789184876"/>
                    </a:ext>
                  </a:extLst>
                </a:gridCol>
              </a:tblGrid>
              <a:tr h="479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7110897"/>
                  </a:ext>
                </a:extLst>
              </a:tr>
              <a:tr h="479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forecast_method_accuracy.csv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 forecasting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887962"/>
                  </a:ext>
                </a:extLst>
              </a:tr>
              <a:tr h="479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region_notes.csv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regional demand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499267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C7A438-13CA-06D6-7581-5DBBA13F49C1}"/>
              </a:ext>
            </a:extLst>
          </p:cNvPr>
          <p:cNvSpPr txBox="1"/>
          <p:nvPr/>
        </p:nvSpPr>
        <p:spPr>
          <a:xfrm>
            <a:off x="391885" y="1670132"/>
            <a:ext cx="1812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Added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616B4F-5704-4311-032E-4FA9FA75C9B3}"/>
              </a:ext>
            </a:extLst>
          </p:cNvPr>
          <p:cNvSpPr txBox="1"/>
          <p:nvPr/>
        </p:nvSpPr>
        <p:spPr>
          <a:xfrm>
            <a:off x="482402" y="3864429"/>
            <a:ext cx="83384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</a:pPr>
            <a:r>
              <a:rPr lang="en-A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sources allow NotebookLM to connect:</a:t>
            </a:r>
          </a:p>
          <a:p>
            <a:pPr>
              <a:lnSpc>
                <a:spcPct val="150000"/>
              </a:lnSpc>
            </a:pPr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accuracy + Business context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3A718A-2BE4-A91E-98A6-A939BE57B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49229"/>
            <a:ext cx="10269268" cy="474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820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0" y="285030"/>
            <a:ext cx="10305868" cy="1147530"/>
          </a:xfrm>
        </p:spPr>
        <p:txBody>
          <a:bodyPr>
            <a:normAutofit/>
          </a:bodyPr>
          <a:lstStyle/>
          <a:p>
            <a:r>
              <a:rPr lang="en-AE" b="1" dirty="0"/>
              <a:t>Task 2: Region-wise Forecasting Comparison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7FC4F-84E8-5512-2A50-67E01300A015}"/>
              </a:ext>
            </a:extLst>
          </p:cNvPr>
          <p:cNvSpPr txBox="1"/>
          <p:nvPr/>
        </p:nvSpPr>
        <p:spPr>
          <a:xfrm>
            <a:off x="838199" y="1061716"/>
            <a:ext cx="9024258" cy="22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E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Used</a:t>
            </a:r>
          </a:p>
          <a:p>
            <a:pPr>
              <a:lnSpc>
                <a:spcPct val="150000"/>
              </a:lnSpc>
            </a:pPr>
            <a:r>
              <a:rPr lang="en-AE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“Which forecasting method performs best in each region, and does that match what the analyst notes say about each region's demand pattern? Compare the MAPE and RMSE values from forecast_method_accuracy.csv with the regional analyst notes from region_notes.csv.”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C879A6-A556-2034-B464-B8B17E6E2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589999"/>
              </p:ext>
            </p:extLst>
          </p:nvPr>
        </p:nvGraphicFramePr>
        <p:xfrm>
          <a:off x="1150593" y="3948278"/>
          <a:ext cx="8163560" cy="234532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val="355864410"/>
                    </a:ext>
                  </a:extLst>
                </a:gridCol>
                <a:gridCol w="2385060">
                  <a:extLst>
                    <a:ext uri="{9D8B030D-6E8A-4147-A177-3AD203B41FA5}">
                      <a16:colId xmlns:a16="http://schemas.microsoft.com/office/drawing/2014/main" val="4274617751"/>
                    </a:ext>
                  </a:extLst>
                </a:gridCol>
                <a:gridCol w="2385060">
                  <a:extLst>
                    <a:ext uri="{9D8B030D-6E8A-4147-A177-3AD203B41FA5}">
                      <a16:colId xmlns:a16="http://schemas.microsoft.com/office/drawing/2014/main" val="2769417289"/>
                    </a:ext>
                  </a:extLst>
                </a:gridCol>
                <a:gridCol w="2385060">
                  <a:extLst>
                    <a:ext uri="{9D8B030D-6E8A-4147-A177-3AD203B41FA5}">
                      <a16:colId xmlns:a16="http://schemas.microsoft.com/office/drawing/2014/main" val="972764100"/>
                    </a:ext>
                  </a:extLst>
                </a:gridCol>
              </a:tblGrid>
              <a:tr h="390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 sz="1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 sz="1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076822"/>
                  </a:ext>
                </a:extLst>
              </a:tr>
              <a:tr h="390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Holt-Winters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2171253"/>
                  </a:ext>
                </a:extLst>
              </a:tr>
              <a:tr h="390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 / SMA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12.5% / 12.6%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48.7 / 41.8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073277"/>
                  </a:ext>
                </a:extLst>
              </a:tr>
              <a:tr h="390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Holt-Winters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868767"/>
                  </a:ext>
                </a:extLst>
              </a:tr>
              <a:tr h="390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Holt-Winters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8767965"/>
                  </a:ext>
                </a:extLst>
              </a:tr>
              <a:tr h="390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Holt-Winters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2292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69FA3DB-21FF-5215-7038-B19CCAED14C8}"/>
              </a:ext>
            </a:extLst>
          </p:cNvPr>
          <p:cNvSpPr txBox="1"/>
          <p:nvPr/>
        </p:nvSpPr>
        <p:spPr>
          <a:xfrm>
            <a:off x="838199" y="3563557"/>
            <a:ext cx="84830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C9EF22A7-8248-A04E-CB3E-8FA7B5B5E25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900023" y="1262999"/>
            <a:ext cx="5789215" cy="3996616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D63F88B-B67C-99E4-7E5B-B9C50F594B3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502762" y="1391813"/>
            <a:ext cx="5510088" cy="373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579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722783-1AE5-3FC3-2712-6C45CC160F1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121803" y="1351733"/>
            <a:ext cx="9948394" cy="364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734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4B248-DB2A-D342-2D41-00C128AF6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3" y="-106514"/>
            <a:ext cx="9350830" cy="1646555"/>
          </a:xfrm>
        </p:spPr>
        <p:txBody>
          <a:bodyPr>
            <a:normAutofit/>
          </a:bodyPr>
          <a:lstStyle/>
          <a:p>
            <a:r>
              <a:rPr lang="en-AE" b="1" dirty="0"/>
              <a:t>Task 3: MAPE &amp; RMSE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405FB-44BE-D7A1-5913-EE2CA44C54B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6993" y="1107600"/>
            <a:ext cx="4953727" cy="5931104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AE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was compared?</a:t>
            </a:r>
          </a:p>
          <a:p>
            <a:pPr>
              <a:lnSpc>
                <a:spcPct val="120000"/>
              </a:lnSpc>
            </a:pPr>
            <a:r>
              <a:rPr lang="en-AE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accuracy measures were used: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E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MAPE</a:t>
            </a:r>
            <a:endParaRPr lang="en-AE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</a:pPr>
            <a:r>
              <a:rPr lang="en-AE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percentage error. </a:t>
            </a:r>
          </a:p>
          <a:p>
            <a:pPr lvl="0">
              <a:lnSpc>
                <a:spcPct val="120000"/>
              </a:lnSpc>
            </a:pPr>
            <a:r>
              <a:rPr lang="en-AE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value = better forecasting accuracy.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E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endParaRPr lang="en-AE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</a:pPr>
            <a:r>
              <a:rPr lang="en-AE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prediction error. </a:t>
            </a:r>
          </a:p>
          <a:p>
            <a:pPr lvl="0">
              <a:lnSpc>
                <a:spcPct val="120000"/>
              </a:lnSpc>
            </a:pPr>
            <a:r>
              <a:rPr lang="en-AE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value = better performance.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E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Result</a:t>
            </a:r>
          </a:p>
          <a:p>
            <a:pPr lvl="0">
              <a:lnSpc>
                <a:spcPct val="120000"/>
              </a:lnSpc>
            </a:pPr>
            <a:r>
              <a:rPr lang="en-AE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 → Holt-Winters </a:t>
            </a:r>
          </a:p>
          <a:p>
            <a:pPr lvl="0">
              <a:lnSpc>
                <a:spcPct val="120000"/>
              </a:lnSpc>
            </a:pPr>
            <a:r>
              <a:rPr lang="en-AE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 → SES/SMA </a:t>
            </a:r>
          </a:p>
          <a:p>
            <a:pPr lvl="0">
              <a:lnSpc>
                <a:spcPct val="120000"/>
              </a:lnSpc>
            </a:pPr>
            <a:r>
              <a:rPr lang="en-AE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East → Holt-Winters </a:t>
            </a:r>
          </a:p>
          <a:p>
            <a:pPr lvl="0">
              <a:lnSpc>
                <a:spcPct val="120000"/>
              </a:lnSpc>
            </a:pPr>
            <a:r>
              <a:rPr lang="en-AE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→ Holt-Winters </a:t>
            </a:r>
          </a:p>
          <a:p>
            <a:pPr lvl="0">
              <a:lnSpc>
                <a:spcPct val="120000"/>
              </a:lnSpc>
            </a:pPr>
            <a:r>
              <a:rPr lang="en-AE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→ Holt-Winters</a:t>
            </a:r>
          </a:p>
          <a:p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AA3968-ED9B-E2B8-B877-28B20C764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988" y="1540041"/>
            <a:ext cx="6515019" cy="417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812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7D930-1C5B-B0D0-B124-0B7CBE0AE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6" y="413890"/>
            <a:ext cx="7273637" cy="1169761"/>
          </a:xfrm>
        </p:spPr>
        <p:txBody>
          <a:bodyPr>
            <a:normAutofit/>
          </a:bodyPr>
          <a:lstStyle/>
          <a:p>
            <a:r>
              <a:rPr lang="en-AE" b="1" dirty="0"/>
              <a:t>Task 4: Surprising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B092D-AE34-C470-D5F9-4CEAE72E1D2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6944" y="1502228"/>
            <a:ext cx="5660570" cy="387531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E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East Region</a:t>
            </a:r>
          </a:p>
          <a:p>
            <a:pPr>
              <a:lnSpc>
                <a:spcPct val="150000"/>
              </a:lnSpc>
            </a:pPr>
            <a:r>
              <a:rPr lang="en-A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East region is surprising.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E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Analyst Note</a:t>
            </a:r>
          </a:p>
          <a:p>
            <a:pPr>
              <a:lnSpc>
                <a:spcPct val="150000"/>
              </a:lnSpc>
            </a:pPr>
            <a:r>
              <a:rPr lang="en-A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Steady month-on-month growth with no clear seasonal pattern.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E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</a:t>
            </a:r>
          </a:p>
          <a:p>
            <a:pPr>
              <a:lnSpc>
                <a:spcPct val="150000"/>
              </a:lnSpc>
            </a:pPr>
            <a:r>
              <a:rPr lang="en-AE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Holt's Method</a:t>
            </a:r>
            <a:endParaRPr lang="en-AE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A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is designed to handle trends.</a:t>
            </a:r>
          </a:p>
          <a:p>
            <a:endParaRPr lang="en-AE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7647F2-41EB-5DDE-5974-D05472EEBB0F}"/>
              </a:ext>
            </a:extLst>
          </p:cNvPr>
          <p:cNvSpPr txBox="1"/>
          <p:nvPr/>
        </p:nvSpPr>
        <p:spPr>
          <a:xfrm>
            <a:off x="7336972" y="1485679"/>
            <a:ext cx="3265714" cy="444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Winner</a:t>
            </a:r>
          </a:p>
          <a:p>
            <a:pPr>
              <a:lnSpc>
                <a:spcPct val="200000"/>
              </a:lnSpc>
            </a:pP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Holt-Winters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200000"/>
              </a:lnSpc>
            </a:pP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MAPE = </a:t>
            </a: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11.6%</a:t>
            </a: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lnSpc>
                <a:spcPct val="200000"/>
              </a:lnSpc>
            </a:pP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= </a:t>
            </a: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44.6</a:t>
            </a: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Holt's Method:</a:t>
            </a:r>
          </a:p>
          <a:p>
            <a:pPr lvl="0">
              <a:lnSpc>
                <a:spcPct val="200000"/>
              </a:lnSpc>
            </a:pP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MAPE = </a:t>
            </a: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12.9%</a:t>
            </a: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lnSpc>
                <a:spcPct val="200000"/>
              </a:lnSpc>
            </a:pP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= </a:t>
            </a: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50.8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595005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F7293-F532-92D2-98EA-AA16E9DF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521121-362A-CFC4-C1CB-ADD75670B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59" y="1208533"/>
            <a:ext cx="5803341" cy="37176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020403-4071-7F12-45F9-8B832C411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61" y="1816789"/>
            <a:ext cx="5822462" cy="278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434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4369B-7DDD-C020-7987-1F35BF3DE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0882"/>
            <a:ext cx="7371607" cy="723446"/>
          </a:xfrm>
        </p:spPr>
        <p:txBody>
          <a:bodyPr>
            <a:normAutofit fontScale="90000"/>
          </a:bodyPr>
          <a:lstStyle/>
          <a:p>
            <a:r>
              <a:rPr lang="en-AE" b="1" dirty="0"/>
              <a:t>Task 5: Simple Methods</a:t>
            </a:r>
            <a:br>
              <a:rPr lang="en-AE" b="1" dirty="0"/>
            </a:br>
            <a:endParaRPr lang="en-A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6AED4E-B560-3248-41D9-50272C23946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9969" y="1064919"/>
            <a:ext cx="7273638" cy="4155757"/>
          </a:xfrm>
        </p:spPr>
        <p:txBody>
          <a:bodyPr/>
          <a:lstStyle/>
          <a:p>
            <a:r>
              <a:rPr lang="en-AE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 Region</a:t>
            </a:r>
          </a:p>
          <a:p>
            <a:r>
              <a:rPr lang="en-A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South region is the best example where </a:t>
            </a:r>
            <a:r>
              <a:rPr lang="en-AE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forecasting methods are competitive</a:t>
            </a: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08D0776-96D3-CE5D-0284-2DC0D8DFF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219217"/>
              </p:ext>
            </p:extLst>
          </p:nvPr>
        </p:nvGraphicFramePr>
        <p:xfrm>
          <a:off x="1260985" y="2148840"/>
          <a:ext cx="8380854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3618">
                  <a:extLst>
                    <a:ext uri="{9D8B030D-6E8A-4147-A177-3AD203B41FA5}">
                      <a16:colId xmlns:a16="http://schemas.microsoft.com/office/drawing/2014/main" val="1224142396"/>
                    </a:ext>
                  </a:extLst>
                </a:gridCol>
                <a:gridCol w="2793618">
                  <a:extLst>
                    <a:ext uri="{9D8B030D-6E8A-4147-A177-3AD203B41FA5}">
                      <a16:colId xmlns:a16="http://schemas.microsoft.com/office/drawing/2014/main" val="2170465493"/>
                    </a:ext>
                  </a:extLst>
                </a:gridCol>
                <a:gridCol w="2793618">
                  <a:extLst>
                    <a:ext uri="{9D8B030D-6E8A-4147-A177-3AD203B41FA5}">
                      <a16:colId xmlns:a16="http://schemas.microsoft.com/office/drawing/2014/main" val="564447279"/>
                    </a:ext>
                  </a:extLst>
                </a:gridCol>
              </a:tblGrid>
              <a:tr h="328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082903"/>
                  </a:ext>
                </a:extLst>
              </a:tr>
              <a:tr h="328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006671"/>
                  </a:ext>
                </a:extLst>
              </a:tr>
              <a:tr h="328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802858"/>
                  </a:ext>
                </a:extLst>
              </a:tr>
              <a:tr h="328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8820445"/>
                  </a:ext>
                </a:extLst>
              </a:tr>
              <a:tr h="328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Holt's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816135"/>
                  </a:ext>
                </a:extLst>
              </a:tr>
              <a:tr h="328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Holt-Winters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656442"/>
                  </a:ext>
                </a:extLst>
              </a:tr>
              <a:tr h="328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45947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ABEED85-0CD5-195F-D3F1-D5CAF04C213B}"/>
              </a:ext>
            </a:extLst>
          </p:cNvPr>
          <p:cNvSpPr txBox="1"/>
          <p:nvPr/>
        </p:nvSpPr>
        <p:spPr>
          <a:xfrm>
            <a:off x="990113" y="4917033"/>
            <a:ext cx="714349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  <a:p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analyst note says:</a:t>
            </a:r>
          </a:p>
          <a:p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“Demand has been essentially flat month to month.”</a:t>
            </a:r>
          </a:p>
          <a:p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complex trend and seasonal models provide little benefit. </a:t>
            </a:r>
          </a:p>
          <a:p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510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DC20-B66A-73BC-E1E9-8E1282703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5" y="584478"/>
            <a:ext cx="10272775" cy="926580"/>
          </a:xfrm>
        </p:spPr>
        <p:txBody>
          <a:bodyPr>
            <a:normAutofit fontScale="90000"/>
          </a:bodyPr>
          <a:lstStyle/>
          <a:p>
            <a:r>
              <a:rPr lang="en-AE" b="1" dirty="0"/>
              <a:t>Task 6: Simple Methods Regional Recommendations</a:t>
            </a:r>
          </a:p>
        </p:txBody>
      </p:sp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A1826B0B-85C4-24F3-7768-39C9BC792833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748773124"/>
              </p:ext>
            </p:extLst>
          </p:nvPr>
        </p:nvGraphicFramePr>
        <p:xfrm>
          <a:off x="923922" y="2477537"/>
          <a:ext cx="10353675" cy="21861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389234235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3306512909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36293227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</a:t>
                      </a:r>
                    </a:p>
                  </a:txBody>
                  <a:tcPr marL="90032" marR="90032" marT="45016" marB="45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</a:t>
                      </a:r>
                    </a:p>
                  </a:txBody>
                  <a:tcPr marL="90032" marR="90032" marT="45016" marB="45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Reason</a:t>
                      </a:r>
                    </a:p>
                  </a:txBody>
                  <a:tcPr marL="90032" marR="90032" marT="45016" marB="45016" anchor="ctr"/>
                </a:tc>
                <a:extLst>
                  <a:ext uri="{0D108BD9-81ED-4DB2-BD59-A6C34878D82A}">
                    <a16:rowId xmlns:a16="http://schemas.microsoft.com/office/drawing/2014/main" val="2844730318"/>
                  </a:ext>
                </a:extLst>
              </a:tr>
              <a:tr h="360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North</a:t>
                      </a:r>
                    </a:p>
                  </a:txBody>
                  <a:tcPr marL="90032" marR="90032" marT="45016" marB="45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Holt-Winters</a:t>
                      </a:r>
                    </a:p>
                  </a:txBody>
                  <a:tcPr marL="90032" marR="90032" marT="45016" marB="45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Festive spikes</a:t>
                      </a:r>
                    </a:p>
                  </a:txBody>
                  <a:tcPr marL="90032" marR="90032" marT="45016" marB="45016" anchor="ctr"/>
                </a:tc>
                <a:extLst>
                  <a:ext uri="{0D108BD9-81ED-4DB2-BD59-A6C34878D82A}">
                    <a16:rowId xmlns:a16="http://schemas.microsoft.com/office/drawing/2014/main" val="1262581073"/>
                  </a:ext>
                </a:extLst>
              </a:tr>
              <a:tr h="360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</a:t>
                      </a:r>
                    </a:p>
                  </a:txBody>
                  <a:tcPr marL="90032" marR="90032" marT="45016" marB="45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Holt-Winters</a:t>
                      </a:r>
                    </a:p>
                  </a:txBody>
                  <a:tcPr marL="90032" marR="90032" marT="45016" marB="45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Growth + monsoon surge</a:t>
                      </a:r>
                    </a:p>
                  </a:txBody>
                  <a:tcPr marL="90032" marR="90032" marT="45016" marB="45016" anchor="ctr"/>
                </a:tc>
                <a:extLst>
                  <a:ext uri="{0D108BD9-81ED-4DB2-BD59-A6C34878D82A}">
                    <a16:rowId xmlns:a16="http://schemas.microsoft.com/office/drawing/2014/main" val="924281977"/>
                  </a:ext>
                </a:extLst>
              </a:tr>
              <a:tr h="360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West</a:t>
                      </a:r>
                    </a:p>
                  </a:txBody>
                  <a:tcPr marL="90032" marR="90032" marT="45016" marB="45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Holt-Winters</a:t>
                      </a:r>
                    </a:p>
                  </a:txBody>
                  <a:tcPr marL="90032" marR="90032" marT="45016" marB="45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Summer seasonal dip</a:t>
                      </a:r>
                    </a:p>
                  </a:txBody>
                  <a:tcPr marL="90032" marR="90032" marT="45016" marB="45016" anchor="ctr"/>
                </a:tc>
                <a:extLst>
                  <a:ext uri="{0D108BD9-81ED-4DB2-BD59-A6C34878D82A}">
                    <a16:rowId xmlns:a16="http://schemas.microsoft.com/office/drawing/2014/main" val="1739343161"/>
                  </a:ext>
                </a:extLst>
              </a:tr>
              <a:tr h="360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East</a:t>
                      </a:r>
                    </a:p>
                  </a:txBody>
                  <a:tcPr marL="90032" marR="90032" marT="45016" marB="45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Holt-Winters</a:t>
                      </a:r>
                    </a:p>
                  </a:txBody>
                  <a:tcPr marL="90032" marR="90032" marT="45016" marB="45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Steady growth + subtle variations</a:t>
                      </a:r>
                    </a:p>
                  </a:txBody>
                  <a:tcPr marL="90032" marR="90032" marT="45016" marB="45016" anchor="ctr"/>
                </a:tc>
                <a:extLst>
                  <a:ext uri="{0D108BD9-81ED-4DB2-BD59-A6C34878D82A}">
                    <a16:rowId xmlns:a16="http://schemas.microsoft.com/office/drawing/2014/main" val="4004770561"/>
                  </a:ext>
                </a:extLst>
              </a:tr>
              <a:tr h="360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South</a:t>
                      </a:r>
                    </a:p>
                  </a:txBody>
                  <a:tcPr marL="90032" marR="90032" marT="45016" marB="45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 / SMA</a:t>
                      </a:r>
                    </a:p>
                  </a:txBody>
                  <a:tcPr marL="90032" marR="90032" marT="45016" marB="45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Flat and stable demand</a:t>
                      </a:r>
                    </a:p>
                  </a:txBody>
                  <a:tcPr marL="90032" marR="90032" marT="45016" marB="45016" anchor="ctr"/>
                </a:tc>
                <a:extLst>
                  <a:ext uri="{0D108BD9-81ED-4DB2-BD59-A6C34878D82A}">
                    <a16:rowId xmlns:a16="http://schemas.microsoft.com/office/drawing/2014/main" val="20354758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16152F-20EA-4761-58C6-065B59E3EF67}"/>
              </a:ext>
            </a:extLst>
          </p:cNvPr>
          <p:cNvSpPr txBox="1"/>
          <p:nvPr/>
        </p:nvSpPr>
        <p:spPr>
          <a:xfrm>
            <a:off x="914400" y="1794242"/>
            <a:ext cx="4166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Forecasting Methods</a:t>
            </a:r>
          </a:p>
        </p:txBody>
      </p:sp>
    </p:spTree>
    <p:extLst>
      <p:ext uri="{BB962C8B-B14F-4D97-AF65-F5344CB8AC3E}">
        <p14:creationId xmlns:p14="http://schemas.microsoft.com/office/powerpoint/2010/main" val="2454515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884270A-E5C6-8F72-0B1B-1281F963C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9" y="1494432"/>
            <a:ext cx="5252867" cy="37058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ECF494-1667-B65A-A48A-4A1DE35EA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030" y="1915885"/>
            <a:ext cx="5891851" cy="286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376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123FF-B14B-2010-BF1E-28BE69183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83063"/>
            <a:ext cx="10354052" cy="1209765"/>
          </a:xfrm>
        </p:spPr>
        <p:txBody>
          <a:bodyPr/>
          <a:lstStyle/>
          <a:p>
            <a:r>
              <a:rPr lang="en-AE" b="1" dirty="0"/>
              <a:t>Regional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B4C296-AFDA-CB7B-954A-14D02E92DF1F}"/>
              </a:ext>
            </a:extLst>
          </p:cNvPr>
          <p:cNvSpPr txBox="1"/>
          <p:nvPr/>
        </p:nvSpPr>
        <p:spPr>
          <a:xfrm>
            <a:off x="729343" y="1003943"/>
            <a:ext cx="6139543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</a:t>
            </a:r>
          </a:p>
          <a:p>
            <a:pPr>
              <a:lnSpc>
                <a:spcPct val="150000"/>
              </a:lnSpc>
              <a:buNone/>
            </a:pPr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Holt-Winters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A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Festive spikes occur during October–November, indicating strong seasonality.</a:t>
            </a:r>
          </a:p>
          <a:p>
            <a:pPr>
              <a:lnSpc>
                <a:spcPct val="150000"/>
              </a:lnSpc>
              <a:buNone/>
            </a:pPr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</a:t>
            </a:r>
          </a:p>
          <a:p>
            <a:pPr>
              <a:lnSpc>
                <a:spcPct val="150000"/>
              </a:lnSpc>
              <a:buNone/>
            </a:pPr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 / SMA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A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is flat, so simple models work effectively.</a:t>
            </a:r>
          </a:p>
          <a:p>
            <a:pPr>
              <a:lnSpc>
                <a:spcPct val="150000"/>
              </a:lnSpc>
              <a:buNone/>
            </a:pPr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East</a:t>
            </a:r>
          </a:p>
          <a:p>
            <a:pPr>
              <a:lnSpc>
                <a:spcPct val="150000"/>
              </a:lnSpc>
              <a:buNone/>
            </a:pPr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Holt-Winters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A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Steady growth exists, although there is no clear seasonal pattern.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C0741A-77D4-2BBC-1999-B2861B37D336}"/>
              </a:ext>
            </a:extLst>
          </p:cNvPr>
          <p:cNvSpPr txBox="1"/>
          <p:nvPr/>
        </p:nvSpPr>
        <p:spPr>
          <a:xfrm>
            <a:off x="6868886" y="1292828"/>
            <a:ext cx="49530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</a:t>
            </a:r>
          </a:p>
          <a:p>
            <a:pPr>
              <a:lnSpc>
                <a:spcPct val="150000"/>
              </a:lnSpc>
              <a:buNone/>
            </a:pPr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Holt-Winters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A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Predictable summer dip indicates seasonality.</a:t>
            </a:r>
          </a:p>
          <a:p>
            <a:pPr>
              <a:lnSpc>
                <a:spcPct val="150000"/>
              </a:lnSpc>
              <a:buNone/>
            </a:pPr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</a:t>
            </a:r>
          </a:p>
          <a:p>
            <a:pPr>
              <a:lnSpc>
                <a:spcPct val="150000"/>
              </a:lnSpc>
              <a:buNone/>
            </a:pPr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Holt-Winters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A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growth and monsoon-season demand patterns exist.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423245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6D94-F40D-3B65-C2DC-02E9F93F2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9846"/>
            <a:ext cx="10354052" cy="1209765"/>
          </a:xfrm>
        </p:spPr>
        <p:txBody>
          <a:bodyPr>
            <a:normAutofit/>
          </a:bodyPr>
          <a:lstStyle/>
          <a:p>
            <a:r>
              <a:rPr lang="en-AE" b="1" dirty="0"/>
              <a:t>Executive 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234E3-088A-D4D8-4728-1CA3CFB81211}"/>
              </a:ext>
            </a:extLst>
          </p:cNvPr>
          <p:cNvSpPr txBox="1"/>
          <p:nvPr/>
        </p:nvSpPr>
        <p:spPr>
          <a:xfrm>
            <a:off x="1046483" y="1130943"/>
            <a:ext cx="6096000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Recommendations</a:t>
            </a:r>
          </a:p>
          <a:p>
            <a:pPr>
              <a:lnSpc>
                <a:spcPct val="150000"/>
              </a:lnSpc>
              <a:buNone/>
            </a:pP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 → Holt-Winters</a:t>
            </a:r>
            <a:b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MAPE: 3.0%, RMSE: 10.2</a:t>
            </a:r>
          </a:p>
          <a:p>
            <a:pPr>
              <a:lnSpc>
                <a:spcPct val="150000"/>
              </a:lnSpc>
              <a:buNone/>
            </a:pP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→ Holt-Winters</a:t>
            </a:r>
            <a:b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MAPE: 3.4%, RMSE: 13.5</a:t>
            </a:r>
          </a:p>
          <a:p>
            <a:pPr>
              <a:lnSpc>
                <a:spcPct val="150000"/>
              </a:lnSpc>
              <a:buNone/>
            </a:pP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→ Holt-Winters</a:t>
            </a:r>
            <a:b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MAPE: 8.0%, RMSE: 28.1</a:t>
            </a:r>
          </a:p>
          <a:p>
            <a:pPr>
              <a:lnSpc>
                <a:spcPct val="150000"/>
              </a:lnSpc>
              <a:buNone/>
            </a:pP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East → Holt-Winters</a:t>
            </a:r>
            <a:b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MAPE: 11.6%, RMSE: 44.6</a:t>
            </a:r>
          </a:p>
          <a:p>
            <a:pPr>
              <a:lnSpc>
                <a:spcPct val="150000"/>
              </a:lnSpc>
              <a:buNone/>
            </a:pP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 → SES / SMA</a:t>
            </a:r>
            <a:b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MAPE: 12.5% / 12.6%</a:t>
            </a:r>
          </a:p>
        </p:txBody>
      </p:sp>
    </p:spTree>
    <p:extLst>
      <p:ext uri="{BB962C8B-B14F-4D97-AF65-F5344CB8AC3E}">
        <p14:creationId xmlns:p14="http://schemas.microsoft.com/office/powerpoint/2010/main" val="4105092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DE1FA-6DD3-9D65-9C12-AE4EDEF25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945" y="698651"/>
            <a:ext cx="10354052" cy="1209765"/>
          </a:xfrm>
        </p:spPr>
        <p:txBody>
          <a:bodyPr/>
          <a:lstStyle/>
          <a:p>
            <a:r>
              <a:rPr lang="en-AE" b="1" dirty="0"/>
              <a:t>Key Takeaways</a:t>
            </a:r>
            <a:br>
              <a:rPr lang="en-AE" b="1" dirty="0"/>
            </a:br>
            <a:endParaRPr lang="en-A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B90B6D-F264-4914-5BB8-DD1715B1C34D}"/>
              </a:ext>
            </a:extLst>
          </p:cNvPr>
          <p:cNvSpPr txBox="1"/>
          <p:nvPr/>
        </p:nvSpPr>
        <p:spPr>
          <a:xfrm>
            <a:off x="914400" y="1420736"/>
            <a:ext cx="9316720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regions require different forecasting methods.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Holt-Winters</a:t>
            </a:r>
            <a:r>
              <a:rPr lang="en-A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best in North, East, West and Central.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methods</a:t>
            </a:r>
            <a:r>
              <a:rPr lang="en-A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effective for stable South-region demand.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MAPE and RMSE indicate better forecasting accuracy.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NotebookLM can combine numerical data with qualitative analyst knowledge.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model selection should be based on the </a:t>
            </a:r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pattern of each region</a:t>
            </a:r>
            <a:r>
              <a:rPr lang="en-A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569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99C6A-4FAA-447A-CC94-49027205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990916"/>
            <a:ext cx="3200400" cy="985521"/>
          </a:xfrm>
        </p:spPr>
        <p:txBody>
          <a:bodyPr/>
          <a:lstStyle/>
          <a:p>
            <a:r>
              <a:rPr lang="en-AE" b="1" dirty="0"/>
              <a:t>Conclusion</a:t>
            </a:r>
            <a:br>
              <a:rPr lang="en-AE" b="1" dirty="0"/>
            </a:b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EF19C-A22F-3ECD-C5CE-833C84F8AB4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68680" y="1704498"/>
            <a:ext cx="6309360" cy="34490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NotebookLM successfully combined the forecasting accuracy data with regional analyst notes to produce region-specific forecasting recommendations.</a:t>
            </a:r>
          </a:p>
          <a:p>
            <a:pPr>
              <a:lnSpc>
                <a:spcPct val="150000"/>
              </a:lnSpc>
            </a:pP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lab demonstrates that:</a:t>
            </a:r>
          </a:p>
          <a:p>
            <a:pPr>
              <a:lnSpc>
                <a:spcPct val="150000"/>
              </a:lnSpc>
            </a:pP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+ Analyst Knowledge + AI Synthesis = Better Business Decision Support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326085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EAA13-E02F-EB47-E510-E3F48A95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0162" y="2328090"/>
            <a:ext cx="5179615" cy="1448747"/>
          </a:xfrm>
        </p:spPr>
        <p:txBody>
          <a:bodyPr>
            <a:normAutofit/>
          </a:bodyPr>
          <a:lstStyle/>
          <a:p>
            <a:r>
              <a:rPr lang="en-US" sz="3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{200A6BB3-6607-4C3D-98D6-E77E72A5E8A2}TF44172dc5-d19e-4d2a-aaf3-e2c69a283fd81f4275d0_win32-950e754c5494</Template>
  <TotalTime>398</TotalTime>
  <Words>876</Words>
  <Application>Microsoft Office PowerPoint</Application>
  <PresentationFormat>Widescreen</PresentationFormat>
  <Paragraphs>220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Courier New</vt:lpstr>
      <vt:lpstr>Tenorite</vt:lpstr>
      <vt:lpstr>Times New Roman</vt:lpstr>
      <vt:lpstr>Wingdings</vt:lpstr>
      <vt:lpstr>Custom</vt:lpstr>
      <vt:lpstr>    </vt:lpstr>
      <vt:lpstr>Agenda</vt:lpstr>
      <vt:lpstr>Introduction</vt:lpstr>
      <vt:lpstr>Scenario</vt:lpstr>
      <vt:lpstr>Datasets Used </vt:lpstr>
      <vt:lpstr>NotebookLM Setup</vt:lpstr>
      <vt:lpstr>Task 1: Prepare the Sources </vt:lpstr>
      <vt:lpstr>PowerPoint Presentation</vt:lpstr>
      <vt:lpstr>Task 2: Region-wise Forecasting Comparison</vt:lpstr>
      <vt:lpstr>PowerPoint Presentation</vt:lpstr>
      <vt:lpstr>PowerPoint Presentation</vt:lpstr>
      <vt:lpstr>Task 3: MAPE &amp; RMSE Comparison</vt:lpstr>
      <vt:lpstr>Task 4: Surprising Result</vt:lpstr>
      <vt:lpstr>PowerPoint Presentation</vt:lpstr>
      <vt:lpstr>Task 5: Simple Methods </vt:lpstr>
      <vt:lpstr>Task 6: Simple Methods Regional Recommendations</vt:lpstr>
      <vt:lpstr>PowerPoint Presentation</vt:lpstr>
      <vt:lpstr>Regional Analysis</vt:lpstr>
      <vt:lpstr>Executive Summary</vt:lpstr>
      <vt:lpstr>Key Takeaways </vt:lpstr>
      <vt:lpstr>Conclusion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Dharshini R 24BAD092</dc:creator>
  <cp:lastModifiedBy>Priya Dharshini R 24BAD092</cp:lastModifiedBy>
  <cp:revision>1</cp:revision>
  <dcterms:created xsi:type="dcterms:W3CDTF">2025-10-23T14:07:21Z</dcterms:created>
  <dcterms:modified xsi:type="dcterms:W3CDTF">2026-08-27T11:41:31Z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